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70" r:id="rId2"/>
    <p:sldId id="324" r:id="rId3"/>
    <p:sldId id="327" r:id="rId4"/>
    <p:sldId id="325" r:id="rId5"/>
    <p:sldId id="326" r:id="rId6"/>
    <p:sldId id="328" r:id="rId7"/>
    <p:sldId id="330" r:id="rId8"/>
    <p:sldId id="329" r:id="rId9"/>
    <p:sldId id="331" r:id="rId10"/>
    <p:sldId id="332" r:id="rId11"/>
    <p:sldId id="333" r:id="rId12"/>
    <p:sldId id="335" r:id="rId13"/>
    <p:sldId id="336" r:id="rId14"/>
    <p:sldId id="337" r:id="rId15"/>
    <p:sldId id="338" r:id="rId16"/>
    <p:sldId id="339" r:id="rId17"/>
    <p:sldId id="340" r:id="rId18"/>
    <p:sldId id="341" r:id="rId19"/>
  </p:sldIdLst>
  <p:sldSz cx="12192000" cy="6858000"/>
  <p:notesSz cx="6858000" cy="9144000"/>
  <p:embeddedFontLst>
    <p:embeddedFont>
      <p:font typeface="Bahnschrift" panose="020B0502040204020203" pitchFamily="34" charset="0"/>
      <p:regular r:id="rId21"/>
      <p:bold r:id="rId22"/>
    </p:embeddedFont>
    <p:embeddedFont>
      <p:font typeface="Bahnschrift Light" panose="020B0502040204020203" pitchFamily="34" charset="0"/>
      <p:regular r:id="rId23"/>
    </p:embeddedFont>
    <p:embeddedFont>
      <p:font typeface="Bahnschrift SemiBold" panose="020B0502040204020203" pitchFamily="34" charset="0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태영" initials="김" lastIdx="1" clrIdx="0">
    <p:extLst>
      <p:ext uri="{19B8F6BF-5375-455C-9EA6-DF929625EA0E}">
        <p15:presenceInfo xmlns:p15="http://schemas.microsoft.com/office/powerpoint/2012/main" userId="S::tykim0402@o365.skku.edu::8443cd8f-b258-4c7c-bbdd-a870d39248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0000"/>
    <a:srgbClr val="000000"/>
    <a:srgbClr val="006BBE"/>
    <a:srgbClr val="C10909"/>
    <a:srgbClr val="FF3131"/>
    <a:srgbClr val="FFFAEB"/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1DE1B-C758-4A2E-86B7-661602A6B188}" v="2" dt="2023-09-20T01:19:42.106"/>
    <p1510:client id="{C5C36ED9-F913-457C-99BC-8C8BCF8243BE}" v="52" dt="2023-09-19T23:27:49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66" autoAdjust="0"/>
    <p:restoredTop sz="60650" autoAdjust="0"/>
  </p:normalViewPr>
  <p:slideViewPr>
    <p:cSldViewPr snapToGrid="0">
      <p:cViewPr varScale="1">
        <p:scale>
          <a:sx n="59" d="100"/>
          <a:sy n="59" d="100"/>
        </p:scale>
        <p:origin x="1416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태영" userId="8443cd8f-b258-4c7c-bbdd-a870d3924868" providerId="ADAL" clId="{1C3B100A-4BCD-45CB-938C-6AEBEDD95364}"/>
    <pc:docChg chg="undo custSel addSld delSld modSld sldOrd">
      <pc:chgData name="김태영" userId="8443cd8f-b258-4c7c-bbdd-a870d3924868" providerId="ADAL" clId="{1C3B100A-4BCD-45CB-938C-6AEBEDD95364}" dt="2023-08-01T03:35:56.496" v="6856" actId="14100"/>
      <pc:docMkLst>
        <pc:docMk/>
      </pc:docMkLst>
      <pc:sldChg chg="addSp delSp modSp mod">
        <pc:chgData name="김태영" userId="8443cd8f-b258-4c7c-bbdd-a870d3924868" providerId="ADAL" clId="{1C3B100A-4BCD-45CB-938C-6AEBEDD95364}" dt="2023-07-31T03:41:14.021" v="62" actId="1076"/>
        <pc:sldMkLst>
          <pc:docMk/>
          <pc:sldMk cId="1718267691" sldId="270"/>
        </pc:sldMkLst>
        <pc:spChg chg="mod">
          <ac:chgData name="김태영" userId="8443cd8f-b258-4c7c-bbdd-a870d3924868" providerId="ADAL" clId="{1C3B100A-4BCD-45CB-938C-6AEBEDD95364}" dt="2023-07-31T03:41:14.021" v="62" actId="1076"/>
          <ac:spMkLst>
            <pc:docMk/>
            <pc:sldMk cId="1718267691" sldId="270"/>
            <ac:spMk id="4" creationId="{FC07B222-3617-473B-F59D-1EC58309C552}"/>
          </ac:spMkLst>
        </pc:spChg>
        <pc:picChg chg="del">
          <ac:chgData name="김태영" userId="8443cd8f-b258-4c7c-bbdd-a870d3924868" providerId="ADAL" clId="{1C3B100A-4BCD-45CB-938C-6AEBEDD95364}" dt="2023-07-31T03:40:35.428" v="38" actId="478"/>
          <ac:picMkLst>
            <pc:docMk/>
            <pc:sldMk cId="1718267691" sldId="270"/>
            <ac:picMk id="3" creationId="{800FD95F-A7FC-0396-CD43-3553668DAEAD}"/>
          </ac:picMkLst>
        </pc:picChg>
        <pc:picChg chg="add mod">
          <ac:chgData name="김태영" userId="8443cd8f-b258-4c7c-bbdd-a870d3924868" providerId="ADAL" clId="{1C3B100A-4BCD-45CB-938C-6AEBEDD95364}" dt="2023-07-31T03:40:45.125" v="43" actId="1076"/>
          <ac:picMkLst>
            <pc:docMk/>
            <pc:sldMk cId="1718267691" sldId="270"/>
            <ac:picMk id="5" creationId="{75B5E8DB-4961-94A8-44EC-BC184B298414}"/>
          </ac:picMkLst>
        </pc:picChg>
      </pc:sldChg>
      <pc:sldChg chg="addSp delSp modSp mod addAnim delAnim modNotesTx">
        <pc:chgData name="김태영" userId="8443cd8f-b258-4c7c-bbdd-a870d3924868" providerId="ADAL" clId="{1C3B100A-4BCD-45CB-938C-6AEBEDD95364}" dt="2023-08-01T01:46:17.890" v="4045" actId="1076"/>
        <pc:sldMkLst>
          <pc:docMk/>
          <pc:sldMk cId="3224837462" sldId="311"/>
        </pc:sldMkLst>
        <pc:spChg chg="add del">
          <ac:chgData name="김태영" userId="8443cd8f-b258-4c7c-bbdd-a870d3924868" providerId="ADAL" clId="{1C3B100A-4BCD-45CB-938C-6AEBEDD95364}" dt="2023-07-31T03:40:12.704" v="30" actId="478"/>
          <ac:spMkLst>
            <pc:docMk/>
            <pc:sldMk cId="3224837462" sldId="311"/>
            <ac:spMk id="2" creationId="{49871D0C-9240-40A2-BC0D-7565C4A2C40B}"/>
          </ac:spMkLst>
        </pc:spChg>
        <pc:spChg chg="mod">
          <ac:chgData name="김태영" userId="8443cd8f-b258-4c7c-bbdd-a870d3924868" providerId="ADAL" clId="{1C3B100A-4BCD-45CB-938C-6AEBEDD95364}" dt="2023-07-31T03:40:07.308" v="27" actId="20577"/>
          <ac:spMkLst>
            <pc:docMk/>
            <pc:sldMk cId="3224837462" sldId="311"/>
            <ac:spMk id="3" creationId="{7AF2682B-9D3A-04E2-A34C-9196EC9F7072}"/>
          </ac:spMkLst>
        </pc:spChg>
        <pc:spChg chg="mod">
          <ac:chgData name="김태영" userId="8443cd8f-b258-4c7c-bbdd-a870d3924868" providerId="ADAL" clId="{1C3B100A-4BCD-45CB-938C-6AEBEDD95364}" dt="2023-07-31T09:50:37.963" v="265"/>
          <ac:spMkLst>
            <pc:docMk/>
            <pc:sldMk cId="3224837462" sldId="311"/>
            <ac:spMk id="5" creationId="{BFCF86AE-7845-2B80-8716-64084DDDA742}"/>
          </ac:spMkLst>
        </pc:spChg>
        <pc:spChg chg="add mod">
          <ac:chgData name="김태영" userId="8443cd8f-b258-4c7c-bbdd-a870d3924868" providerId="ADAL" clId="{1C3B100A-4BCD-45CB-938C-6AEBEDD95364}" dt="2023-07-31T09:51:23.694" v="345" actId="1076"/>
          <ac:spMkLst>
            <pc:docMk/>
            <pc:sldMk cId="3224837462" sldId="311"/>
            <ac:spMk id="6" creationId="{4EB07CE2-DABF-B436-DAEA-ABC465D4B9CF}"/>
          </ac:spMkLst>
        </pc:spChg>
        <pc:spChg chg="add mod">
          <ac:chgData name="김태영" userId="8443cd8f-b258-4c7c-bbdd-a870d3924868" providerId="ADAL" clId="{1C3B100A-4BCD-45CB-938C-6AEBEDD95364}" dt="2023-07-31T10:15:38.121" v="463" actId="1076"/>
          <ac:spMkLst>
            <pc:docMk/>
            <pc:sldMk cId="3224837462" sldId="311"/>
            <ac:spMk id="14" creationId="{880D09F0-9EEF-598C-A9C6-25921543C17E}"/>
          </ac:spMkLst>
        </pc:spChg>
        <pc:spChg chg="add del">
          <ac:chgData name="김태영" userId="8443cd8f-b258-4c7c-bbdd-a870d3924868" providerId="ADAL" clId="{1C3B100A-4BCD-45CB-938C-6AEBEDD95364}" dt="2023-07-31T03:40:14.405" v="31" actId="478"/>
          <ac:spMkLst>
            <pc:docMk/>
            <pc:sldMk cId="3224837462" sldId="311"/>
            <ac:spMk id="15" creationId="{6178313D-E396-0EBF-F910-47C0A2916342}"/>
          </ac:spMkLst>
        </pc:spChg>
        <pc:spChg chg="add del mod">
          <ac:chgData name="김태영" userId="8443cd8f-b258-4c7c-bbdd-a870d3924868" providerId="ADAL" clId="{1C3B100A-4BCD-45CB-938C-6AEBEDD95364}" dt="2023-08-01T01:42:45.862" v="3954"/>
          <ac:spMkLst>
            <pc:docMk/>
            <pc:sldMk cId="3224837462" sldId="311"/>
            <ac:spMk id="17" creationId="{1DD8E57A-92BF-C41B-BA86-AE702C7FE1B4}"/>
          </ac:spMkLst>
        </pc:spChg>
        <pc:spChg chg="add del mod">
          <ac:chgData name="김태영" userId="8443cd8f-b258-4c7c-bbdd-a870d3924868" providerId="ADAL" clId="{1C3B100A-4BCD-45CB-938C-6AEBEDD95364}" dt="2023-08-01T01:42:14.228" v="3937"/>
          <ac:spMkLst>
            <pc:docMk/>
            <pc:sldMk cId="3224837462" sldId="311"/>
            <ac:spMk id="18" creationId="{32C5979A-681F-01FE-0B1B-FFA249310812}"/>
          </ac:spMkLst>
        </pc:spChg>
        <pc:spChg chg="add del mod">
          <ac:chgData name="김태영" userId="8443cd8f-b258-4c7c-bbdd-a870d3924868" providerId="ADAL" clId="{1C3B100A-4BCD-45CB-938C-6AEBEDD95364}" dt="2023-08-01T01:42:48.730" v="3959"/>
          <ac:spMkLst>
            <pc:docMk/>
            <pc:sldMk cId="3224837462" sldId="311"/>
            <ac:spMk id="19" creationId="{1AE5DC68-E803-1BA5-2FD4-3C48CE9D7FF8}"/>
          </ac:spMkLst>
        </pc:spChg>
        <pc:spChg chg="add mod">
          <ac:chgData name="김태영" userId="8443cd8f-b258-4c7c-bbdd-a870d3924868" providerId="ADAL" clId="{1C3B100A-4BCD-45CB-938C-6AEBEDD95364}" dt="2023-08-01T01:43:21.354" v="3979" actId="1076"/>
          <ac:spMkLst>
            <pc:docMk/>
            <pc:sldMk cId="3224837462" sldId="311"/>
            <ac:spMk id="20" creationId="{E17CF109-E881-1D7D-3C1D-EBBDB0439F42}"/>
          </ac:spMkLst>
        </pc:spChg>
        <pc:spChg chg="add mod">
          <ac:chgData name="김태영" userId="8443cd8f-b258-4c7c-bbdd-a870d3924868" providerId="ADAL" clId="{1C3B100A-4BCD-45CB-938C-6AEBEDD95364}" dt="2023-08-01T01:43:28.664" v="3981" actId="208"/>
          <ac:spMkLst>
            <pc:docMk/>
            <pc:sldMk cId="3224837462" sldId="311"/>
            <ac:spMk id="24" creationId="{7CCE49B9-C5E2-969C-FF05-0EDC78078F3A}"/>
          </ac:spMkLst>
        </pc:spChg>
        <pc:spChg chg="add mod">
          <ac:chgData name="김태영" userId="8443cd8f-b258-4c7c-bbdd-a870d3924868" providerId="ADAL" clId="{1C3B100A-4BCD-45CB-938C-6AEBEDD95364}" dt="2023-08-01T01:43:28.664" v="3981" actId="208"/>
          <ac:spMkLst>
            <pc:docMk/>
            <pc:sldMk cId="3224837462" sldId="311"/>
            <ac:spMk id="25" creationId="{39405134-EBDA-7554-8038-BACB371BE934}"/>
          </ac:spMkLst>
        </pc:spChg>
        <pc:spChg chg="add mod ord">
          <ac:chgData name="김태영" userId="8443cd8f-b258-4c7c-bbdd-a870d3924868" providerId="ADAL" clId="{1C3B100A-4BCD-45CB-938C-6AEBEDD95364}" dt="2023-08-01T01:44:52.434" v="4009" actId="1076"/>
          <ac:spMkLst>
            <pc:docMk/>
            <pc:sldMk cId="3224837462" sldId="311"/>
            <ac:spMk id="29" creationId="{A7D60C80-871B-45CB-FE6A-219772D3EC85}"/>
          </ac:spMkLst>
        </pc:spChg>
        <pc:spChg chg="add mod">
          <ac:chgData name="김태영" userId="8443cd8f-b258-4c7c-bbdd-a870d3924868" providerId="ADAL" clId="{1C3B100A-4BCD-45CB-938C-6AEBEDD95364}" dt="2023-08-01T01:45:26.355" v="4023" actId="1076"/>
          <ac:spMkLst>
            <pc:docMk/>
            <pc:sldMk cId="3224837462" sldId="311"/>
            <ac:spMk id="34" creationId="{F7B7CC05-F05C-A558-E3C5-A637686A864D}"/>
          </ac:spMkLst>
        </pc:spChg>
        <pc:spChg chg="add mod">
          <ac:chgData name="김태영" userId="8443cd8f-b258-4c7c-bbdd-a870d3924868" providerId="ADAL" clId="{1C3B100A-4BCD-45CB-938C-6AEBEDD95364}" dt="2023-08-01T01:46:17.890" v="4045" actId="1076"/>
          <ac:spMkLst>
            <pc:docMk/>
            <pc:sldMk cId="3224837462" sldId="311"/>
            <ac:spMk id="42" creationId="{E9A65EB1-5F0E-C9E0-3ACA-BFE694181551}"/>
          </ac:spMkLst>
        </pc:spChg>
        <pc:spChg chg="add mod">
          <ac:chgData name="김태영" userId="8443cd8f-b258-4c7c-bbdd-a870d3924868" providerId="ADAL" clId="{1C3B100A-4BCD-45CB-938C-6AEBEDD95364}" dt="2023-08-01T01:46:14.412" v="4044" actId="1076"/>
          <ac:spMkLst>
            <pc:docMk/>
            <pc:sldMk cId="3224837462" sldId="311"/>
            <ac:spMk id="43" creationId="{1C0584B8-1729-3B97-9D76-47F6984A9ACC}"/>
          </ac:spMkLst>
        </pc:spChg>
        <pc:grpChg chg="add del">
          <ac:chgData name="김태영" userId="8443cd8f-b258-4c7c-bbdd-a870d3924868" providerId="ADAL" clId="{1C3B100A-4BCD-45CB-938C-6AEBEDD95364}" dt="2023-07-31T03:40:14.405" v="31" actId="478"/>
          <ac:grpSpMkLst>
            <pc:docMk/>
            <pc:sldMk cId="3224837462" sldId="311"/>
            <ac:grpSpMk id="13" creationId="{5E3DAD32-46A4-4E9B-C154-4B00EC668DA4}"/>
          </ac:grpSpMkLst>
        </pc:grpChg>
        <pc:grpChg chg="add del">
          <ac:chgData name="김태영" userId="8443cd8f-b258-4c7c-bbdd-a870d3924868" providerId="ADAL" clId="{1C3B100A-4BCD-45CB-938C-6AEBEDD95364}" dt="2023-07-31T03:40:14.405" v="31" actId="478"/>
          <ac:grpSpMkLst>
            <pc:docMk/>
            <pc:sldMk cId="3224837462" sldId="311"/>
            <ac:grpSpMk id="23" creationId="{1896A298-0DBC-4A40-772F-F140913A69DB}"/>
          </ac:grpSpMkLst>
        </pc:grpChg>
        <pc:graphicFrameChg chg="add del">
          <ac:chgData name="김태영" userId="8443cd8f-b258-4c7c-bbdd-a870d3924868" providerId="ADAL" clId="{1C3B100A-4BCD-45CB-938C-6AEBEDD95364}" dt="2023-07-31T03:40:14.405" v="31" actId="478"/>
          <ac:graphicFrameMkLst>
            <pc:docMk/>
            <pc:sldMk cId="3224837462" sldId="311"/>
            <ac:graphicFrameMk id="16" creationId="{FEFC35C0-513F-F0C9-F7CA-90BAD8AAAE7D}"/>
          </ac:graphicFrameMkLst>
        </pc:graphicFrameChg>
        <pc:picChg chg="add mod ord modCrop">
          <ac:chgData name="김태영" userId="8443cd8f-b258-4c7c-bbdd-a870d3924868" providerId="ADAL" clId="{1C3B100A-4BCD-45CB-938C-6AEBEDD95364}" dt="2023-08-01T01:46:01.957" v="4038" actId="1076"/>
          <ac:picMkLst>
            <pc:docMk/>
            <pc:sldMk cId="3224837462" sldId="311"/>
            <ac:picMk id="8" creationId="{E945E05A-B4CF-95FF-8B78-E2DB3D96FC7D}"/>
          </ac:picMkLst>
        </pc:picChg>
        <pc:cxnChg chg="add mod">
          <ac:chgData name="김태영" userId="8443cd8f-b258-4c7c-bbdd-a870d3924868" providerId="ADAL" clId="{1C3B100A-4BCD-45CB-938C-6AEBEDD95364}" dt="2023-08-01T01:44:52.434" v="4009" actId="1076"/>
          <ac:cxnSpMkLst>
            <pc:docMk/>
            <pc:sldMk cId="3224837462" sldId="311"/>
            <ac:cxnSpMk id="27" creationId="{9289AB77-8776-8C8C-0FA6-1E365658D140}"/>
          </ac:cxnSpMkLst>
        </pc:cxnChg>
        <pc:cxnChg chg="add mod">
          <ac:chgData name="김태영" userId="8443cd8f-b258-4c7c-bbdd-a870d3924868" providerId="ADAL" clId="{1C3B100A-4BCD-45CB-938C-6AEBEDD95364}" dt="2023-08-01T01:45:26.355" v="4023" actId="1076"/>
          <ac:cxnSpMkLst>
            <pc:docMk/>
            <pc:sldMk cId="3224837462" sldId="311"/>
            <ac:cxnSpMk id="35" creationId="{28046E4A-65B2-54CC-6932-2FBDF4E06A54}"/>
          </ac:cxnSpMkLst>
        </pc:cxnChg>
        <pc:cxnChg chg="add mod">
          <ac:chgData name="김태영" userId="8443cd8f-b258-4c7c-bbdd-a870d3924868" providerId="ADAL" clId="{1C3B100A-4BCD-45CB-938C-6AEBEDD95364}" dt="2023-08-01T01:46:17.890" v="4045" actId="1076"/>
          <ac:cxnSpMkLst>
            <pc:docMk/>
            <pc:sldMk cId="3224837462" sldId="311"/>
            <ac:cxnSpMk id="44" creationId="{A682C182-3D7B-B2CF-0A70-0641CC251F1E}"/>
          </ac:cxnSpMkLst>
        </pc:cxnChg>
      </pc:sldChg>
      <pc:sldChg chg="addSp delSp modSp add del mod delAnim modAnim modNotesTx">
        <pc:chgData name="김태영" userId="8443cd8f-b258-4c7c-bbdd-a870d3924868" providerId="ADAL" clId="{1C3B100A-4BCD-45CB-938C-6AEBEDD95364}" dt="2023-07-31T11:05:58.539" v="2060" actId="207"/>
        <pc:sldMkLst>
          <pc:docMk/>
          <pc:sldMk cId="2550927111" sldId="312"/>
        </pc:sldMkLst>
        <pc:spChg chg="mod">
          <ac:chgData name="김태영" userId="8443cd8f-b258-4c7c-bbdd-a870d3924868" providerId="ADAL" clId="{1C3B100A-4BCD-45CB-938C-6AEBEDD95364}" dt="2023-07-31T10:59:48.627" v="1702" actId="20577"/>
          <ac:spMkLst>
            <pc:docMk/>
            <pc:sldMk cId="2550927111" sldId="312"/>
            <ac:spMk id="6" creationId="{E5F3879E-DA87-1208-F154-41C0D5CF5C65}"/>
          </ac:spMkLst>
        </pc:spChg>
        <pc:spChg chg="del mod">
          <ac:chgData name="김태영" userId="8443cd8f-b258-4c7c-bbdd-a870d3924868" providerId="ADAL" clId="{1C3B100A-4BCD-45CB-938C-6AEBEDD95364}" dt="2023-07-31T03:39:44.133" v="10" actId="478"/>
          <ac:spMkLst>
            <pc:docMk/>
            <pc:sldMk cId="2550927111" sldId="312"/>
            <ac:spMk id="7" creationId="{E36EED6A-F729-7561-C2AC-4AB99A81B4BE}"/>
          </ac:spMkLst>
        </pc:spChg>
        <pc:spChg chg="add mod">
          <ac:chgData name="김태영" userId="8443cd8f-b258-4c7c-bbdd-a870d3924868" providerId="ADAL" clId="{1C3B100A-4BCD-45CB-938C-6AEBEDD95364}" dt="2023-07-31T11:00:03.249" v="1710" actId="1076"/>
          <ac:spMkLst>
            <pc:docMk/>
            <pc:sldMk cId="2550927111" sldId="312"/>
            <ac:spMk id="12" creationId="{646B98B2-5DFF-C2C0-5A25-5491F98261D2}"/>
          </ac:spMkLst>
        </pc:spChg>
        <pc:spChg chg="add mod">
          <ac:chgData name="김태영" userId="8443cd8f-b258-4c7c-bbdd-a870d3924868" providerId="ADAL" clId="{1C3B100A-4BCD-45CB-938C-6AEBEDD95364}" dt="2023-07-31T11:02:16.866" v="1732" actId="1036"/>
          <ac:spMkLst>
            <pc:docMk/>
            <pc:sldMk cId="2550927111" sldId="312"/>
            <ac:spMk id="13" creationId="{4EB6D053-B404-3430-3C67-86AB4CD284D4}"/>
          </ac:spMkLst>
        </pc:spChg>
        <pc:spChg chg="add del mod">
          <ac:chgData name="김태영" userId="8443cd8f-b258-4c7c-bbdd-a870d3924868" providerId="ADAL" clId="{1C3B100A-4BCD-45CB-938C-6AEBEDD95364}" dt="2023-07-31T11:02:06.761" v="1729" actId="478"/>
          <ac:spMkLst>
            <pc:docMk/>
            <pc:sldMk cId="2550927111" sldId="312"/>
            <ac:spMk id="14" creationId="{2B38796B-2E53-3215-9B80-5AC04F2EDD33}"/>
          </ac:spMkLst>
        </pc:spChg>
        <pc:spChg chg="add mod">
          <ac:chgData name="김태영" userId="8443cd8f-b258-4c7c-bbdd-a870d3924868" providerId="ADAL" clId="{1C3B100A-4BCD-45CB-938C-6AEBEDD95364}" dt="2023-07-31T11:04:56.539" v="1916" actId="1076"/>
          <ac:spMkLst>
            <pc:docMk/>
            <pc:sldMk cId="2550927111" sldId="312"/>
            <ac:spMk id="17" creationId="{646B666B-FA07-3B99-868F-71F0BEA1B08A}"/>
          </ac:spMkLst>
        </pc:spChg>
        <pc:spChg chg="add mod">
          <ac:chgData name="김태영" userId="8443cd8f-b258-4c7c-bbdd-a870d3924868" providerId="ADAL" clId="{1C3B100A-4BCD-45CB-938C-6AEBEDD95364}" dt="2023-07-31T11:05:58.539" v="2060" actId="207"/>
          <ac:spMkLst>
            <pc:docMk/>
            <pc:sldMk cId="2550927111" sldId="312"/>
            <ac:spMk id="18" creationId="{630D21C3-6661-10CF-2B53-E0C61E25FDB1}"/>
          </ac:spMkLst>
        </pc:spChg>
        <pc:grpChg chg="del">
          <ac:chgData name="김태영" userId="8443cd8f-b258-4c7c-bbdd-a870d3924868" providerId="ADAL" clId="{1C3B100A-4BCD-45CB-938C-6AEBEDD95364}" dt="2023-07-31T03:39:44.416" v="11" actId="478"/>
          <ac:grpSpMkLst>
            <pc:docMk/>
            <pc:sldMk cId="2550927111" sldId="312"/>
            <ac:grpSpMk id="11" creationId="{106B6ECA-1A32-C1DD-51A8-A57D1CF2C5B4}"/>
          </ac:grpSpMkLst>
        </pc:grpChg>
        <pc:picChg chg="add mod">
          <ac:chgData name="김태영" userId="8443cd8f-b258-4c7c-bbdd-a870d3924868" providerId="ADAL" clId="{1C3B100A-4BCD-45CB-938C-6AEBEDD95364}" dt="2023-07-31T11:00:11.138" v="1711" actId="1076"/>
          <ac:picMkLst>
            <pc:docMk/>
            <pc:sldMk cId="2550927111" sldId="312"/>
            <ac:picMk id="8" creationId="{20647D3A-4B3A-126E-749B-F44580C8C29A}"/>
          </ac:picMkLst>
        </pc:picChg>
        <pc:cxnChg chg="add mod">
          <ac:chgData name="김태영" userId="8443cd8f-b258-4c7c-bbdd-a870d3924868" providerId="ADAL" clId="{1C3B100A-4BCD-45CB-938C-6AEBEDD95364}" dt="2023-07-31T11:02:28.174" v="1737" actId="1038"/>
          <ac:cxnSpMkLst>
            <pc:docMk/>
            <pc:sldMk cId="2550927111" sldId="312"/>
            <ac:cxnSpMk id="16" creationId="{23644FFF-5532-1292-1F1F-6C3482FD402A}"/>
          </ac:cxnSpMkLst>
        </pc:cxnChg>
      </pc:sldChg>
      <pc:sldChg chg="addSp delSp modSp add del mod delAnim modAnim modNotesTx">
        <pc:chgData name="김태영" userId="8443cd8f-b258-4c7c-bbdd-a870d3924868" providerId="ADAL" clId="{1C3B100A-4BCD-45CB-938C-6AEBEDD95364}" dt="2023-07-31T15:56:37.104" v="3381" actId="47"/>
        <pc:sldMkLst>
          <pc:docMk/>
          <pc:sldMk cId="2724382944" sldId="313"/>
        </pc:sldMkLst>
        <pc:spChg chg="mod">
          <ac:chgData name="김태영" userId="8443cd8f-b258-4c7c-bbdd-a870d3924868" providerId="ADAL" clId="{1C3B100A-4BCD-45CB-938C-6AEBEDD95364}" dt="2023-07-31T11:11:59.125" v="2292" actId="20577"/>
          <ac:spMkLst>
            <pc:docMk/>
            <pc:sldMk cId="2724382944" sldId="313"/>
            <ac:spMk id="5" creationId="{F69F61E6-EDE4-1DD3-18AC-61C282A71EA8}"/>
          </ac:spMkLst>
        </pc:spChg>
        <pc:spChg chg="del">
          <ac:chgData name="김태영" userId="8443cd8f-b258-4c7c-bbdd-a870d3924868" providerId="ADAL" clId="{1C3B100A-4BCD-45CB-938C-6AEBEDD95364}" dt="2023-07-31T03:39:56.980" v="18" actId="478"/>
          <ac:spMkLst>
            <pc:docMk/>
            <pc:sldMk cId="2724382944" sldId="313"/>
            <ac:spMk id="6" creationId="{A8292BC5-5B80-F8DF-5E50-AEF9E639EA83}"/>
          </ac:spMkLst>
        </pc:spChg>
        <pc:spChg chg="del">
          <ac:chgData name="김태영" userId="8443cd8f-b258-4c7c-bbdd-a870d3924868" providerId="ADAL" clId="{1C3B100A-4BCD-45CB-938C-6AEBEDD95364}" dt="2023-07-31T03:39:57.910" v="19" actId="478"/>
          <ac:spMkLst>
            <pc:docMk/>
            <pc:sldMk cId="2724382944" sldId="313"/>
            <ac:spMk id="9" creationId="{2D34D656-20F5-E58D-16FF-F9450CAA3DFC}"/>
          </ac:spMkLst>
        </pc:spChg>
        <pc:spChg chg="add mod">
          <ac:chgData name="김태영" userId="8443cd8f-b258-4c7c-bbdd-a870d3924868" providerId="ADAL" clId="{1C3B100A-4BCD-45CB-938C-6AEBEDD95364}" dt="2023-07-31T11:13:32.511" v="2498" actId="1076"/>
          <ac:spMkLst>
            <pc:docMk/>
            <pc:sldMk cId="2724382944" sldId="313"/>
            <ac:spMk id="14" creationId="{21B85A9D-D8D3-B789-3098-5BE42D75E3C5}"/>
          </ac:spMkLst>
        </pc:spChg>
        <pc:picChg chg="add del mod">
          <ac:chgData name="김태영" userId="8443cd8f-b258-4c7c-bbdd-a870d3924868" providerId="ADAL" clId="{1C3B100A-4BCD-45CB-938C-6AEBEDD95364}" dt="2023-07-31T11:10:54.702" v="2063" actId="478"/>
          <ac:picMkLst>
            <pc:docMk/>
            <pc:sldMk cId="2724382944" sldId="313"/>
            <ac:picMk id="8" creationId="{151F8C14-6FD8-7187-30F4-0E8A58854FA4}"/>
          </ac:picMkLst>
        </pc:picChg>
        <pc:picChg chg="add mod">
          <ac:chgData name="김태영" userId="8443cd8f-b258-4c7c-bbdd-a870d3924868" providerId="ADAL" clId="{1C3B100A-4BCD-45CB-938C-6AEBEDD95364}" dt="2023-07-31T11:13:36.511" v="2499" actId="1076"/>
          <ac:picMkLst>
            <pc:docMk/>
            <pc:sldMk cId="2724382944" sldId="313"/>
            <ac:picMk id="11" creationId="{E7BE762E-8047-9DD0-5F25-4B30B69BEA53}"/>
          </ac:picMkLst>
        </pc:picChg>
        <pc:picChg chg="add mod">
          <ac:chgData name="김태영" userId="8443cd8f-b258-4c7c-bbdd-a870d3924868" providerId="ADAL" clId="{1C3B100A-4BCD-45CB-938C-6AEBEDD95364}" dt="2023-07-31T11:13:40.503" v="2500" actId="1076"/>
          <ac:picMkLst>
            <pc:docMk/>
            <pc:sldMk cId="2724382944" sldId="313"/>
            <ac:picMk id="13" creationId="{458889B4-4D1A-133F-675C-FA5D23622591}"/>
          </ac:picMkLst>
        </pc:picChg>
      </pc:sldChg>
      <pc:sldChg chg="addSp delSp modSp mod modNotesTx">
        <pc:chgData name="김태영" userId="8443cd8f-b258-4c7c-bbdd-a870d3924868" providerId="ADAL" clId="{1C3B100A-4BCD-45CB-938C-6AEBEDD95364}" dt="2023-08-01T03:21:07.257" v="6008" actId="1076"/>
        <pc:sldMkLst>
          <pc:docMk/>
          <pc:sldMk cId="1377375374" sldId="314"/>
        </pc:sldMkLst>
        <pc:spChg chg="mod">
          <ac:chgData name="김태영" userId="8443cd8f-b258-4c7c-bbdd-a870d3924868" providerId="ADAL" clId="{1C3B100A-4BCD-45CB-938C-6AEBEDD95364}" dt="2023-08-01T03:15:41.939" v="5815" actId="20577"/>
          <ac:spMkLst>
            <pc:docMk/>
            <pc:sldMk cId="1377375374" sldId="314"/>
            <ac:spMk id="5" creationId="{C5CE338D-E5B5-9531-3262-F46735AA08DB}"/>
          </ac:spMkLst>
        </pc:spChg>
        <pc:spChg chg="add del mod">
          <ac:chgData name="김태영" userId="8443cd8f-b258-4c7c-bbdd-a870d3924868" providerId="ADAL" clId="{1C3B100A-4BCD-45CB-938C-6AEBEDD95364}" dt="2023-08-01T02:42:25.992" v="5239" actId="478"/>
          <ac:spMkLst>
            <pc:docMk/>
            <pc:sldMk cId="1377375374" sldId="314"/>
            <ac:spMk id="6" creationId="{14EBA695-9C92-DC07-517C-15209A5FF4FF}"/>
          </ac:spMkLst>
        </pc:spChg>
        <pc:spChg chg="add mod">
          <ac:chgData name="김태영" userId="8443cd8f-b258-4c7c-bbdd-a870d3924868" providerId="ADAL" clId="{1C3B100A-4BCD-45CB-938C-6AEBEDD95364}" dt="2023-08-01T03:09:57.338" v="5691" actId="1582"/>
          <ac:spMkLst>
            <pc:docMk/>
            <pc:sldMk cId="1377375374" sldId="314"/>
            <ac:spMk id="13" creationId="{43A64AA8-B4D7-D9F7-9AB8-12FB61BEB6D0}"/>
          </ac:spMkLst>
        </pc:spChg>
        <pc:spChg chg="add mod">
          <ac:chgData name="김태영" userId="8443cd8f-b258-4c7c-bbdd-a870d3924868" providerId="ADAL" clId="{1C3B100A-4BCD-45CB-938C-6AEBEDD95364}" dt="2023-08-01T03:21:07.257" v="6008" actId="1076"/>
          <ac:spMkLst>
            <pc:docMk/>
            <pc:sldMk cId="1377375374" sldId="314"/>
            <ac:spMk id="15" creationId="{82D1A545-9745-D422-4954-7EB1E39C3A37}"/>
          </ac:spMkLst>
        </pc:spChg>
        <pc:picChg chg="add del mod">
          <ac:chgData name="김태영" userId="8443cd8f-b258-4c7c-bbdd-a870d3924868" providerId="ADAL" clId="{1C3B100A-4BCD-45CB-938C-6AEBEDD95364}" dt="2023-08-01T03:08:57.995" v="5674" actId="478"/>
          <ac:picMkLst>
            <pc:docMk/>
            <pc:sldMk cId="1377375374" sldId="314"/>
            <ac:picMk id="8" creationId="{DD0595DA-49AC-4EC4-2B82-EE26BF501671}"/>
          </ac:picMkLst>
        </pc:picChg>
        <pc:picChg chg="add mod">
          <ac:chgData name="김태영" userId="8443cd8f-b258-4c7c-bbdd-a870d3924868" providerId="ADAL" clId="{1C3B100A-4BCD-45CB-938C-6AEBEDD95364}" dt="2023-08-01T03:16:33.671" v="5817" actId="1076"/>
          <ac:picMkLst>
            <pc:docMk/>
            <pc:sldMk cId="1377375374" sldId="314"/>
            <ac:picMk id="10" creationId="{3E0D0A75-D376-CAAD-0182-56949870FE80}"/>
          </ac:picMkLst>
        </pc:picChg>
        <pc:picChg chg="add mod">
          <ac:chgData name="김태영" userId="8443cd8f-b258-4c7c-bbdd-a870d3924868" providerId="ADAL" clId="{1C3B100A-4BCD-45CB-938C-6AEBEDD95364}" dt="2023-08-01T03:09:23.946" v="5685" actId="1076"/>
          <ac:picMkLst>
            <pc:docMk/>
            <pc:sldMk cId="1377375374" sldId="314"/>
            <ac:picMk id="12" creationId="{473A95EA-09BD-F942-53E5-449DCFCE2366}"/>
          </ac:picMkLst>
        </pc:picChg>
      </pc:sldChg>
      <pc:sldChg chg="addSp delSp modSp add mod ord modNotesTx">
        <pc:chgData name="김태영" userId="8443cd8f-b258-4c7c-bbdd-a870d3924868" providerId="ADAL" clId="{1C3B100A-4BCD-45CB-938C-6AEBEDD95364}" dt="2023-08-01T02:29:48.096" v="5012" actId="20577"/>
        <pc:sldMkLst>
          <pc:docMk/>
          <pc:sldMk cId="3097041837" sldId="315"/>
        </pc:sldMkLst>
        <pc:spChg chg="mod">
          <ac:chgData name="김태영" userId="8443cd8f-b258-4c7c-bbdd-a870d3924868" providerId="ADAL" clId="{1C3B100A-4BCD-45CB-938C-6AEBEDD95364}" dt="2023-08-01T01:40:31.377" v="3921" actId="20577"/>
          <ac:spMkLst>
            <pc:docMk/>
            <pc:sldMk cId="3097041837" sldId="315"/>
            <ac:spMk id="5" creationId="{F69F61E6-EDE4-1DD3-18AC-61C282A71EA8}"/>
          </ac:spMkLst>
        </pc:spChg>
        <pc:spChg chg="add mod">
          <ac:chgData name="김태영" userId="8443cd8f-b258-4c7c-bbdd-a870d3924868" providerId="ADAL" clId="{1C3B100A-4BCD-45CB-938C-6AEBEDD95364}" dt="2023-08-01T02:29:48.096" v="5012" actId="20577"/>
          <ac:spMkLst>
            <pc:docMk/>
            <pc:sldMk cId="3097041837" sldId="315"/>
            <ac:spMk id="9" creationId="{757BF8F6-ED84-E125-FB90-55C55301D706}"/>
          </ac:spMkLst>
        </pc:spChg>
        <pc:spChg chg="add mod">
          <ac:chgData name="김태영" userId="8443cd8f-b258-4c7c-bbdd-a870d3924868" providerId="ADAL" clId="{1C3B100A-4BCD-45CB-938C-6AEBEDD95364}" dt="2023-07-31T14:46:16.559" v="2953" actId="208"/>
          <ac:spMkLst>
            <pc:docMk/>
            <pc:sldMk cId="3097041837" sldId="315"/>
            <ac:spMk id="10" creationId="{FD332107-69C5-FE2C-32A8-DF25CB876919}"/>
          </ac:spMkLst>
        </pc:spChg>
        <pc:spChg chg="del">
          <ac:chgData name="김태영" userId="8443cd8f-b258-4c7c-bbdd-a870d3924868" providerId="ADAL" clId="{1C3B100A-4BCD-45CB-938C-6AEBEDD95364}" dt="2023-07-31T11:14:13.194" v="2502" actId="478"/>
          <ac:spMkLst>
            <pc:docMk/>
            <pc:sldMk cId="3097041837" sldId="315"/>
            <ac:spMk id="14" creationId="{21B85A9D-D8D3-B789-3098-5BE42D75E3C5}"/>
          </ac:spMkLst>
        </pc:spChg>
        <pc:spChg chg="add mod">
          <ac:chgData name="김태영" userId="8443cd8f-b258-4c7c-bbdd-a870d3924868" providerId="ADAL" clId="{1C3B100A-4BCD-45CB-938C-6AEBEDD95364}" dt="2023-07-31T15:34:14.490" v="3126" actId="1076"/>
          <ac:spMkLst>
            <pc:docMk/>
            <pc:sldMk cId="3097041837" sldId="315"/>
            <ac:spMk id="26" creationId="{4BEAE391-C36C-8AA6-02FE-84760E381F1B}"/>
          </ac:spMkLst>
        </pc:spChg>
        <pc:spChg chg="add mod">
          <ac:chgData name="김태영" userId="8443cd8f-b258-4c7c-bbdd-a870d3924868" providerId="ADAL" clId="{1C3B100A-4BCD-45CB-938C-6AEBEDD95364}" dt="2023-07-31T15:36:21.256" v="3196" actId="1076"/>
          <ac:spMkLst>
            <pc:docMk/>
            <pc:sldMk cId="3097041837" sldId="315"/>
            <ac:spMk id="27" creationId="{694DC9F3-1EEE-DE56-23B8-5E11611EA844}"/>
          </ac:spMkLst>
        </pc:spChg>
        <pc:spChg chg="add mod">
          <ac:chgData name="김태영" userId="8443cd8f-b258-4c7c-bbdd-a870d3924868" providerId="ADAL" clId="{1C3B100A-4BCD-45CB-938C-6AEBEDD95364}" dt="2023-07-31T15:34:28.628" v="3133" actId="1076"/>
          <ac:spMkLst>
            <pc:docMk/>
            <pc:sldMk cId="3097041837" sldId="315"/>
            <ac:spMk id="28" creationId="{45E3C212-0061-3329-3640-B22A15B6584C}"/>
          </ac:spMkLst>
        </pc:spChg>
        <pc:spChg chg="add mod">
          <ac:chgData name="김태영" userId="8443cd8f-b258-4c7c-bbdd-a870d3924868" providerId="ADAL" clId="{1C3B100A-4BCD-45CB-938C-6AEBEDD95364}" dt="2023-07-31T15:36:02.174" v="3182" actId="14100"/>
          <ac:spMkLst>
            <pc:docMk/>
            <pc:sldMk cId="3097041837" sldId="315"/>
            <ac:spMk id="38" creationId="{89298D7D-8A7B-193F-0DBF-B17E69DF2432}"/>
          </ac:spMkLst>
        </pc:spChg>
        <pc:spChg chg="add mod">
          <ac:chgData name="김태영" userId="8443cd8f-b258-4c7c-bbdd-a870d3924868" providerId="ADAL" clId="{1C3B100A-4BCD-45CB-938C-6AEBEDD95364}" dt="2023-07-31T15:36:04.870" v="3188" actId="20577"/>
          <ac:spMkLst>
            <pc:docMk/>
            <pc:sldMk cId="3097041837" sldId="315"/>
            <ac:spMk id="39" creationId="{59C7CE42-2A50-7B53-A31C-101C3472206A}"/>
          </ac:spMkLst>
        </pc:spChg>
        <pc:spChg chg="add mod">
          <ac:chgData name="김태영" userId="8443cd8f-b258-4c7c-bbdd-a870d3924868" providerId="ADAL" clId="{1C3B100A-4BCD-45CB-938C-6AEBEDD95364}" dt="2023-07-31T15:37:02.377" v="3205" actId="1076"/>
          <ac:spMkLst>
            <pc:docMk/>
            <pc:sldMk cId="3097041837" sldId="315"/>
            <ac:spMk id="49" creationId="{138A7568-ECE2-C3FA-02E0-12583AFBE814}"/>
          </ac:spMkLst>
        </pc:spChg>
        <pc:spChg chg="add mod">
          <ac:chgData name="김태영" userId="8443cd8f-b258-4c7c-bbdd-a870d3924868" providerId="ADAL" clId="{1C3B100A-4BCD-45CB-938C-6AEBEDD95364}" dt="2023-07-31T15:37:00.478" v="3204" actId="1076"/>
          <ac:spMkLst>
            <pc:docMk/>
            <pc:sldMk cId="3097041837" sldId="315"/>
            <ac:spMk id="50" creationId="{D0BCAF40-8C49-1E26-F964-0C058A56780F}"/>
          </ac:spMkLst>
        </pc:spChg>
        <pc:spChg chg="add del mod">
          <ac:chgData name="김태영" userId="8443cd8f-b258-4c7c-bbdd-a870d3924868" providerId="ADAL" clId="{1C3B100A-4BCD-45CB-938C-6AEBEDD95364}" dt="2023-07-31T15:38:00.849" v="3223" actId="478"/>
          <ac:spMkLst>
            <pc:docMk/>
            <pc:sldMk cId="3097041837" sldId="315"/>
            <ac:spMk id="52" creationId="{3BCAA7EB-E06B-07D9-B136-BBC362527045}"/>
          </ac:spMkLst>
        </pc:spChg>
        <pc:picChg chg="add mod">
          <ac:chgData name="김태영" userId="8443cd8f-b258-4c7c-bbdd-a870d3924868" providerId="ADAL" clId="{1C3B100A-4BCD-45CB-938C-6AEBEDD95364}" dt="2023-07-31T15:32:55.428" v="3111" actId="1076"/>
          <ac:picMkLst>
            <pc:docMk/>
            <pc:sldMk cId="3097041837" sldId="315"/>
            <ac:picMk id="7" creationId="{FDA013D2-D077-B485-B119-6A05E4892679}"/>
          </ac:picMkLst>
        </pc:picChg>
        <pc:picChg chg="del">
          <ac:chgData name="김태영" userId="8443cd8f-b258-4c7c-bbdd-a870d3924868" providerId="ADAL" clId="{1C3B100A-4BCD-45CB-938C-6AEBEDD95364}" dt="2023-07-31T11:14:13.194" v="2502" actId="478"/>
          <ac:picMkLst>
            <pc:docMk/>
            <pc:sldMk cId="3097041837" sldId="315"/>
            <ac:picMk id="11" creationId="{E7BE762E-8047-9DD0-5F25-4B30B69BEA53}"/>
          </ac:picMkLst>
        </pc:picChg>
        <pc:picChg chg="del">
          <ac:chgData name="김태영" userId="8443cd8f-b258-4c7c-bbdd-a870d3924868" providerId="ADAL" clId="{1C3B100A-4BCD-45CB-938C-6AEBEDD95364}" dt="2023-07-31T11:14:13.194" v="2502" actId="478"/>
          <ac:picMkLst>
            <pc:docMk/>
            <pc:sldMk cId="3097041837" sldId="315"/>
            <ac:picMk id="13" creationId="{458889B4-4D1A-133F-675C-FA5D23622591}"/>
          </ac:picMkLst>
        </pc:picChg>
        <pc:picChg chg="add mod">
          <ac:chgData name="김태영" userId="8443cd8f-b258-4c7c-bbdd-a870d3924868" providerId="ADAL" clId="{1C3B100A-4BCD-45CB-938C-6AEBEDD95364}" dt="2023-07-31T15:32:10.909" v="3097" actId="1076"/>
          <ac:picMkLst>
            <pc:docMk/>
            <pc:sldMk cId="3097041837" sldId="315"/>
            <ac:picMk id="15" creationId="{4D3F044D-AB17-13BC-F063-D748B407AD11}"/>
          </ac:picMkLst>
        </pc:picChg>
        <pc:cxnChg chg="add del mod">
          <ac:chgData name="김태영" userId="8443cd8f-b258-4c7c-bbdd-a870d3924868" providerId="ADAL" clId="{1C3B100A-4BCD-45CB-938C-6AEBEDD95364}" dt="2023-07-31T15:33:08.475" v="3115" actId="478"/>
          <ac:cxnSpMkLst>
            <pc:docMk/>
            <pc:sldMk cId="3097041837" sldId="315"/>
            <ac:cxnSpMk id="17" creationId="{A2CB1F04-2DFE-A24C-29A7-9242E6BE662F}"/>
          </ac:cxnSpMkLst>
        </pc:cxnChg>
        <pc:cxnChg chg="add mod">
          <ac:chgData name="김태영" userId="8443cd8f-b258-4c7c-bbdd-a870d3924868" providerId="ADAL" clId="{1C3B100A-4BCD-45CB-938C-6AEBEDD95364}" dt="2023-07-31T15:32:51.590" v="3107" actId="14100"/>
          <ac:cxnSpMkLst>
            <pc:docMk/>
            <pc:sldMk cId="3097041837" sldId="315"/>
            <ac:cxnSpMk id="19" creationId="{E06B7FA2-1331-F0A8-DF51-B505BA6036C0}"/>
          </ac:cxnSpMkLst>
        </pc:cxnChg>
        <pc:cxnChg chg="add mod">
          <ac:chgData name="김태영" userId="8443cd8f-b258-4c7c-bbdd-a870d3924868" providerId="ADAL" clId="{1C3B100A-4BCD-45CB-938C-6AEBEDD95364}" dt="2023-07-31T15:33:03.606" v="3113" actId="14100"/>
          <ac:cxnSpMkLst>
            <pc:docMk/>
            <pc:sldMk cId="3097041837" sldId="315"/>
            <ac:cxnSpMk id="21" creationId="{043BBECC-F09E-9EE0-9886-22E08BCB2B8D}"/>
          </ac:cxnSpMkLst>
        </pc:cxnChg>
        <pc:cxnChg chg="add mod">
          <ac:chgData name="김태영" userId="8443cd8f-b258-4c7c-bbdd-a870d3924868" providerId="ADAL" clId="{1C3B100A-4BCD-45CB-938C-6AEBEDD95364}" dt="2023-07-31T15:33:20.280" v="3120" actId="14100"/>
          <ac:cxnSpMkLst>
            <pc:docMk/>
            <pc:sldMk cId="3097041837" sldId="315"/>
            <ac:cxnSpMk id="24" creationId="{B4A5D435-EA77-547D-06C5-D6DE5D9A6E4A}"/>
          </ac:cxnSpMkLst>
        </pc:cxnChg>
        <pc:cxnChg chg="add mod">
          <ac:chgData name="김태영" userId="8443cd8f-b258-4c7c-bbdd-a870d3924868" providerId="ADAL" clId="{1C3B100A-4BCD-45CB-938C-6AEBEDD95364}" dt="2023-07-31T15:36:21.256" v="3196" actId="1076"/>
          <ac:cxnSpMkLst>
            <pc:docMk/>
            <pc:sldMk cId="3097041837" sldId="315"/>
            <ac:cxnSpMk id="30" creationId="{53DC7E6D-7B94-6DA4-F9DE-459AF3AB25BC}"/>
          </ac:cxnSpMkLst>
        </pc:cxnChg>
        <pc:cxnChg chg="add mod">
          <ac:chgData name="김태영" userId="8443cd8f-b258-4c7c-bbdd-a870d3924868" providerId="ADAL" clId="{1C3B100A-4BCD-45CB-938C-6AEBEDD95364}" dt="2023-07-31T15:36:21.256" v="3196" actId="1076"/>
          <ac:cxnSpMkLst>
            <pc:docMk/>
            <pc:sldMk cId="3097041837" sldId="315"/>
            <ac:cxnSpMk id="32" creationId="{ADA2B87D-823C-CD71-CF07-2503857FE2D7}"/>
          </ac:cxnSpMkLst>
        </pc:cxnChg>
        <pc:cxnChg chg="add mod">
          <ac:chgData name="김태영" userId="8443cd8f-b258-4c7c-bbdd-a870d3924868" providerId="ADAL" clId="{1C3B100A-4BCD-45CB-938C-6AEBEDD95364}" dt="2023-07-31T15:36:16.430" v="3192" actId="14100"/>
          <ac:cxnSpMkLst>
            <pc:docMk/>
            <pc:sldMk cId="3097041837" sldId="315"/>
            <ac:cxnSpMk id="40" creationId="{8C75A8F9-282C-65E3-2BE6-BA746392FF24}"/>
          </ac:cxnSpMkLst>
        </pc:cxnChg>
        <pc:cxnChg chg="add mod">
          <ac:chgData name="김태영" userId="8443cd8f-b258-4c7c-bbdd-a870d3924868" providerId="ADAL" clId="{1C3B100A-4BCD-45CB-938C-6AEBEDD95364}" dt="2023-07-31T15:36:22.712" v="3197" actId="14100"/>
          <ac:cxnSpMkLst>
            <pc:docMk/>
            <pc:sldMk cId="3097041837" sldId="315"/>
            <ac:cxnSpMk id="43" creationId="{580664B2-D76A-2ED9-0EBC-F2DFCBB5F576}"/>
          </ac:cxnSpMkLst>
        </pc:cxnChg>
        <pc:cxnChg chg="add mod">
          <ac:chgData name="김태영" userId="8443cd8f-b258-4c7c-bbdd-a870d3924868" providerId="ADAL" clId="{1C3B100A-4BCD-45CB-938C-6AEBEDD95364}" dt="2023-07-31T15:36:27.816" v="3200" actId="14100"/>
          <ac:cxnSpMkLst>
            <pc:docMk/>
            <pc:sldMk cId="3097041837" sldId="315"/>
            <ac:cxnSpMk id="47" creationId="{8F6CA2C6-9097-B615-09B3-29DCBF5B40E7}"/>
          </ac:cxnSpMkLst>
        </pc:cxnChg>
      </pc:sldChg>
      <pc:sldChg chg="del">
        <pc:chgData name="김태영" userId="8443cd8f-b258-4c7c-bbdd-a870d3924868" providerId="ADAL" clId="{1C3B100A-4BCD-45CB-938C-6AEBEDD95364}" dt="2023-07-31T03:39:34.839" v="0" actId="47"/>
        <pc:sldMkLst>
          <pc:docMk/>
          <pc:sldMk cId="3372196504" sldId="315"/>
        </pc:sldMkLst>
      </pc:sldChg>
      <pc:sldChg chg="addSp delSp modSp add mod modNotesTx">
        <pc:chgData name="김태영" userId="8443cd8f-b258-4c7c-bbdd-a870d3924868" providerId="ADAL" clId="{1C3B100A-4BCD-45CB-938C-6AEBEDD95364}" dt="2023-08-01T03:31:17.640" v="6428" actId="1076"/>
        <pc:sldMkLst>
          <pc:docMk/>
          <pc:sldMk cId="1818216410" sldId="316"/>
        </pc:sldMkLst>
        <pc:spChg chg="mod">
          <ac:chgData name="김태영" userId="8443cd8f-b258-4c7c-bbdd-a870d3924868" providerId="ADAL" clId="{1C3B100A-4BCD-45CB-938C-6AEBEDD95364}" dt="2023-07-31T11:15:41.942" v="2525" actId="1076"/>
          <ac:spMkLst>
            <pc:docMk/>
            <pc:sldMk cId="1818216410" sldId="316"/>
            <ac:spMk id="3" creationId="{7AF2682B-9D3A-04E2-A34C-9196EC9F7072}"/>
          </ac:spMkLst>
        </pc:spChg>
        <pc:spChg chg="del">
          <ac:chgData name="김태영" userId="8443cd8f-b258-4c7c-bbdd-a870d3924868" providerId="ADAL" clId="{1C3B100A-4BCD-45CB-938C-6AEBEDD95364}" dt="2023-07-31T11:15:27.017" v="2518" actId="478"/>
          <ac:spMkLst>
            <pc:docMk/>
            <pc:sldMk cId="1818216410" sldId="316"/>
            <ac:spMk id="5" creationId="{BFCF86AE-7845-2B80-8716-64084DDDA742}"/>
          </ac:spMkLst>
        </pc:spChg>
        <pc:spChg chg="mod">
          <ac:chgData name="김태영" userId="8443cd8f-b258-4c7c-bbdd-a870d3924868" providerId="ADAL" clId="{1C3B100A-4BCD-45CB-938C-6AEBEDD95364}" dt="2023-07-31T11:15:40.329" v="2523" actId="113"/>
          <ac:spMkLst>
            <pc:docMk/>
            <pc:sldMk cId="1818216410" sldId="316"/>
            <ac:spMk id="6" creationId="{4EB07CE2-DABF-B436-DAEA-ABC465D4B9CF}"/>
          </ac:spMkLst>
        </pc:spChg>
        <pc:spChg chg="add mod">
          <ac:chgData name="김태영" userId="8443cd8f-b258-4c7c-bbdd-a870d3924868" providerId="ADAL" clId="{1C3B100A-4BCD-45CB-938C-6AEBEDD95364}" dt="2023-08-01T02:37:22.369" v="5179" actId="1076"/>
          <ac:spMkLst>
            <pc:docMk/>
            <pc:sldMk cId="1818216410" sldId="316"/>
            <ac:spMk id="10" creationId="{48776BEB-65C2-97F0-08D7-7C52213ADDA5}"/>
          </ac:spMkLst>
        </pc:spChg>
        <pc:spChg chg="add mod">
          <ac:chgData name="김태영" userId="8443cd8f-b258-4c7c-bbdd-a870d3924868" providerId="ADAL" clId="{1C3B100A-4BCD-45CB-938C-6AEBEDD95364}" dt="2023-08-01T02:37:22.369" v="5179" actId="1076"/>
          <ac:spMkLst>
            <pc:docMk/>
            <pc:sldMk cId="1818216410" sldId="316"/>
            <ac:spMk id="11" creationId="{9DB09A7F-CE85-DE6D-F476-EBD94BC9577E}"/>
          </ac:spMkLst>
        </pc:spChg>
        <pc:spChg chg="del">
          <ac:chgData name="김태영" userId="8443cd8f-b258-4c7c-bbdd-a870d3924868" providerId="ADAL" clId="{1C3B100A-4BCD-45CB-938C-6AEBEDD95364}" dt="2023-07-31T11:15:56.763" v="2526" actId="478"/>
          <ac:spMkLst>
            <pc:docMk/>
            <pc:sldMk cId="1818216410" sldId="316"/>
            <ac:spMk id="14" creationId="{880D09F0-9EEF-598C-A9C6-25921543C17E}"/>
          </ac:spMkLst>
        </pc:spChg>
        <pc:spChg chg="add mod">
          <ac:chgData name="김태영" userId="8443cd8f-b258-4c7c-bbdd-a870d3924868" providerId="ADAL" clId="{1C3B100A-4BCD-45CB-938C-6AEBEDD95364}" dt="2023-08-01T02:37:22.369" v="5179" actId="1076"/>
          <ac:spMkLst>
            <pc:docMk/>
            <pc:sldMk cId="1818216410" sldId="316"/>
            <ac:spMk id="15" creationId="{A2755673-58FF-033D-D1EC-A2AD8124E0FF}"/>
          </ac:spMkLst>
        </pc:spChg>
        <pc:spChg chg="add mod">
          <ac:chgData name="김태영" userId="8443cd8f-b258-4c7c-bbdd-a870d3924868" providerId="ADAL" clId="{1C3B100A-4BCD-45CB-938C-6AEBEDD95364}" dt="2023-08-01T03:31:17.640" v="6428" actId="1076"/>
          <ac:spMkLst>
            <pc:docMk/>
            <pc:sldMk cId="1818216410" sldId="316"/>
            <ac:spMk id="16" creationId="{A062D354-C7B7-F0C7-3DC0-C79A1BA64562}"/>
          </ac:spMkLst>
        </pc:spChg>
        <pc:spChg chg="del">
          <ac:chgData name="김태영" userId="8443cd8f-b258-4c7c-bbdd-a870d3924868" providerId="ADAL" clId="{1C3B100A-4BCD-45CB-938C-6AEBEDD95364}" dt="2023-07-31T11:15:25.021" v="2517" actId="478"/>
          <ac:spMkLst>
            <pc:docMk/>
            <pc:sldMk cId="1818216410" sldId="316"/>
            <ac:spMk id="17" creationId="{1DD8E57A-92BF-C41B-BA86-AE702C7FE1B4}"/>
          </ac:spMkLst>
        </pc:spChg>
        <pc:spChg chg="del">
          <ac:chgData name="김태영" userId="8443cd8f-b258-4c7c-bbdd-a870d3924868" providerId="ADAL" clId="{1C3B100A-4BCD-45CB-938C-6AEBEDD95364}" dt="2023-07-31T11:15:25.021" v="2517" actId="478"/>
          <ac:spMkLst>
            <pc:docMk/>
            <pc:sldMk cId="1818216410" sldId="316"/>
            <ac:spMk id="18" creationId="{32C5979A-681F-01FE-0B1B-FFA249310812}"/>
          </ac:spMkLst>
        </pc:spChg>
        <pc:spChg chg="del">
          <ac:chgData name="김태영" userId="8443cd8f-b258-4c7c-bbdd-a870d3924868" providerId="ADAL" clId="{1C3B100A-4BCD-45CB-938C-6AEBEDD95364}" dt="2023-07-31T11:15:25.021" v="2517" actId="478"/>
          <ac:spMkLst>
            <pc:docMk/>
            <pc:sldMk cId="1818216410" sldId="316"/>
            <ac:spMk id="19" creationId="{1AE5DC68-E803-1BA5-2FD4-3C48CE9D7FF8}"/>
          </ac:spMkLst>
        </pc:spChg>
        <pc:spChg chg="add mod">
          <ac:chgData name="김태영" userId="8443cd8f-b258-4c7c-bbdd-a870d3924868" providerId="ADAL" clId="{1C3B100A-4BCD-45CB-938C-6AEBEDD95364}" dt="2023-08-01T02:37:22.369" v="5179" actId="1076"/>
          <ac:spMkLst>
            <pc:docMk/>
            <pc:sldMk cId="1818216410" sldId="316"/>
            <ac:spMk id="20" creationId="{40273E44-7048-3863-1B0C-1690581D41B1}"/>
          </ac:spMkLst>
        </pc:spChg>
        <pc:spChg chg="add mod">
          <ac:chgData name="김태영" userId="8443cd8f-b258-4c7c-bbdd-a870d3924868" providerId="ADAL" clId="{1C3B100A-4BCD-45CB-938C-6AEBEDD95364}" dt="2023-08-01T02:37:22.369" v="5179" actId="1076"/>
          <ac:spMkLst>
            <pc:docMk/>
            <pc:sldMk cId="1818216410" sldId="316"/>
            <ac:spMk id="22" creationId="{97250956-042A-55CB-9D7B-EEAEBC246E33}"/>
          </ac:spMkLst>
        </pc:spChg>
        <pc:spChg chg="add mod">
          <ac:chgData name="김태영" userId="8443cd8f-b258-4c7c-bbdd-a870d3924868" providerId="ADAL" clId="{1C3B100A-4BCD-45CB-938C-6AEBEDD95364}" dt="2023-08-01T03:29:52.592" v="6419" actId="1076"/>
          <ac:spMkLst>
            <pc:docMk/>
            <pc:sldMk cId="1818216410" sldId="316"/>
            <ac:spMk id="32" creationId="{426212D9-8C91-7066-09D4-D9AEE2815507}"/>
          </ac:spMkLst>
        </pc:spChg>
        <pc:spChg chg="add del mod">
          <ac:chgData name="김태영" userId="8443cd8f-b258-4c7c-bbdd-a870d3924868" providerId="ADAL" clId="{1C3B100A-4BCD-45CB-938C-6AEBEDD95364}" dt="2023-08-01T03:28:39.667" v="6360"/>
          <ac:spMkLst>
            <pc:docMk/>
            <pc:sldMk cId="1818216410" sldId="316"/>
            <ac:spMk id="34" creationId="{6FB75432-FEA2-BA0D-FF9D-CF8EDAF79CBD}"/>
          </ac:spMkLst>
        </pc:spChg>
        <pc:spChg chg="add del mod">
          <ac:chgData name="김태영" userId="8443cd8f-b258-4c7c-bbdd-a870d3924868" providerId="ADAL" clId="{1C3B100A-4BCD-45CB-938C-6AEBEDD95364}" dt="2023-08-01T03:28:42.217" v="6362"/>
          <ac:spMkLst>
            <pc:docMk/>
            <pc:sldMk cId="1818216410" sldId="316"/>
            <ac:spMk id="36" creationId="{2C540BBA-7D01-85E3-8A89-7DD5C4FCC65B}"/>
          </ac:spMkLst>
        </pc:spChg>
        <pc:spChg chg="add mod">
          <ac:chgData name="김태영" userId="8443cd8f-b258-4c7c-bbdd-a870d3924868" providerId="ADAL" clId="{1C3B100A-4BCD-45CB-938C-6AEBEDD95364}" dt="2023-08-01T03:29:04.808" v="6368" actId="1076"/>
          <ac:spMkLst>
            <pc:docMk/>
            <pc:sldMk cId="1818216410" sldId="316"/>
            <ac:spMk id="37" creationId="{05F3CC19-0876-9EAE-50D7-6288FC043761}"/>
          </ac:spMkLst>
        </pc:spChg>
        <pc:picChg chg="del">
          <ac:chgData name="김태영" userId="8443cd8f-b258-4c7c-bbdd-a870d3924868" providerId="ADAL" clId="{1C3B100A-4BCD-45CB-938C-6AEBEDD95364}" dt="2023-07-31T11:15:25.021" v="2517" actId="478"/>
          <ac:picMkLst>
            <pc:docMk/>
            <pc:sldMk cId="1818216410" sldId="316"/>
            <ac:picMk id="8" creationId="{E945E05A-B4CF-95FF-8B78-E2DB3D96FC7D}"/>
          </ac:picMkLst>
        </pc:picChg>
        <pc:picChg chg="add mod">
          <ac:chgData name="김태영" userId="8443cd8f-b258-4c7c-bbdd-a870d3924868" providerId="ADAL" clId="{1C3B100A-4BCD-45CB-938C-6AEBEDD95364}" dt="2023-08-01T02:37:22.369" v="5179" actId="1076"/>
          <ac:picMkLst>
            <pc:docMk/>
            <pc:sldMk cId="1818216410" sldId="316"/>
            <ac:picMk id="9" creationId="{0D7B51D5-EBD7-3505-9C75-1FD5F12D72AE}"/>
          </ac:picMkLst>
        </pc:picChg>
        <pc:picChg chg="add mod">
          <ac:chgData name="김태영" userId="8443cd8f-b258-4c7c-bbdd-a870d3924868" providerId="ADAL" clId="{1C3B100A-4BCD-45CB-938C-6AEBEDD95364}" dt="2023-08-01T02:31:51.672" v="5099" actId="571"/>
          <ac:picMkLst>
            <pc:docMk/>
            <pc:sldMk cId="1818216410" sldId="316"/>
            <ac:picMk id="23" creationId="{95B3C311-9D9E-6FA4-783F-0A0A24F7B39D}"/>
          </ac:picMkLst>
        </pc:picChg>
        <pc:picChg chg="add del">
          <ac:chgData name="김태영" userId="8443cd8f-b258-4c7c-bbdd-a870d3924868" providerId="ADAL" clId="{1C3B100A-4BCD-45CB-938C-6AEBEDD95364}" dt="2023-08-01T03:27:51.874" v="6292" actId="22"/>
          <ac:picMkLst>
            <pc:docMk/>
            <pc:sldMk cId="1818216410" sldId="316"/>
            <ac:picMk id="31" creationId="{47B0F48C-E46C-EEC3-9059-093AAC739DCB}"/>
          </ac:picMkLst>
        </pc:picChg>
        <pc:picChg chg="add del mod">
          <ac:chgData name="김태영" userId="8443cd8f-b258-4c7c-bbdd-a870d3924868" providerId="ADAL" clId="{1C3B100A-4BCD-45CB-938C-6AEBEDD95364}" dt="2023-08-01T03:28:39.667" v="6360"/>
          <ac:picMkLst>
            <pc:docMk/>
            <pc:sldMk cId="1818216410" sldId="316"/>
            <ac:picMk id="33" creationId="{BE7C93AF-7FDF-9095-8EF0-798C8DA51D90}"/>
          </ac:picMkLst>
        </pc:picChg>
        <pc:picChg chg="add del mod">
          <ac:chgData name="김태영" userId="8443cd8f-b258-4c7c-bbdd-a870d3924868" providerId="ADAL" clId="{1C3B100A-4BCD-45CB-938C-6AEBEDD95364}" dt="2023-08-01T03:28:42.217" v="6362"/>
          <ac:picMkLst>
            <pc:docMk/>
            <pc:sldMk cId="1818216410" sldId="316"/>
            <ac:picMk id="35" creationId="{67429FBB-32BB-0337-6F15-9B32A293B937}"/>
          </ac:picMkLst>
        </pc:picChg>
        <pc:cxnChg chg="add mod">
          <ac:chgData name="김태영" userId="8443cd8f-b258-4c7c-bbdd-a870d3924868" providerId="ADAL" clId="{1C3B100A-4BCD-45CB-938C-6AEBEDD95364}" dt="2023-08-01T02:37:22.369" v="5179" actId="1076"/>
          <ac:cxnSpMkLst>
            <pc:docMk/>
            <pc:sldMk cId="1818216410" sldId="316"/>
            <ac:cxnSpMk id="13" creationId="{36595871-38FB-D054-EB0B-B02447A02114}"/>
          </ac:cxnSpMkLst>
        </pc:cxnChg>
        <pc:cxnChg chg="add mod">
          <ac:chgData name="김태영" userId="8443cd8f-b258-4c7c-bbdd-a870d3924868" providerId="ADAL" clId="{1C3B100A-4BCD-45CB-938C-6AEBEDD95364}" dt="2023-08-01T02:37:22.369" v="5179" actId="1076"/>
          <ac:cxnSpMkLst>
            <pc:docMk/>
            <pc:sldMk cId="1818216410" sldId="316"/>
            <ac:cxnSpMk id="21" creationId="{91541CEB-B862-5551-2940-E44AEBCB7670}"/>
          </ac:cxnSpMkLst>
        </pc:cxnChg>
        <pc:cxnChg chg="add mod">
          <ac:chgData name="김태영" userId="8443cd8f-b258-4c7c-bbdd-a870d3924868" providerId="ADAL" clId="{1C3B100A-4BCD-45CB-938C-6AEBEDD95364}" dt="2023-08-01T03:30:02.448" v="6423" actId="14100"/>
          <ac:cxnSpMkLst>
            <pc:docMk/>
            <pc:sldMk cId="1818216410" sldId="316"/>
            <ac:cxnSpMk id="38" creationId="{3890FA4C-DEA9-5312-47AF-F8CEEFB89C2C}"/>
          </ac:cxnSpMkLst>
        </pc:cxnChg>
      </pc:sldChg>
      <pc:sldChg chg="addSp delSp modSp add mod ord modNotesTx">
        <pc:chgData name="김태영" userId="8443cd8f-b258-4c7c-bbdd-a870d3924868" providerId="ADAL" clId="{1C3B100A-4BCD-45CB-938C-6AEBEDD95364}" dt="2023-08-01T03:35:56.496" v="6856" actId="14100"/>
        <pc:sldMkLst>
          <pc:docMk/>
          <pc:sldMk cId="3385252185" sldId="317"/>
        </pc:sldMkLst>
        <pc:spChg chg="add del mod">
          <ac:chgData name="김태영" userId="8443cd8f-b258-4c7c-bbdd-a870d3924868" providerId="ADAL" clId="{1C3B100A-4BCD-45CB-938C-6AEBEDD95364}" dt="2023-08-01T02:24:34.405" v="4496"/>
          <ac:spMkLst>
            <pc:docMk/>
            <pc:sldMk cId="3385252185" sldId="317"/>
            <ac:spMk id="5" creationId="{39458A2E-8FA0-3ECA-54F0-2F548460198C}"/>
          </ac:spMkLst>
        </pc:spChg>
        <pc:spChg chg="add del mod">
          <ac:chgData name="김태영" userId="8443cd8f-b258-4c7c-bbdd-a870d3924868" providerId="ADAL" clId="{1C3B100A-4BCD-45CB-938C-6AEBEDD95364}" dt="2023-08-01T03:28:31.932" v="6358" actId="20577"/>
          <ac:spMkLst>
            <pc:docMk/>
            <pc:sldMk cId="3385252185" sldId="317"/>
            <ac:spMk id="6" creationId="{E5F3879E-DA87-1208-F154-41C0D5CF5C65}"/>
          </ac:spMkLst>
        </pc:spChg>
        <pc:spChg chg="add del mod">
          <ac:chgData name="김태영" userId="8443cd8f-b258-4c7c-bbdd-a870d3924868" providerId="ADAL" clId="{1C3B100A-4BCD-45CB-938C-6AEBEDD95364}" dt="2023-08-01T02:28:37.509" v="5006" actId="478"/>
          <ac:spMkLst>
            <pc:docMk/>
            <pc:sldMk cId="3385252185" sldId="317"/>
            <ac:spMk id="7" creationId="{366AC9D7-4E52-763A-BAB2-B9B4EAC500E6}"/>
          </ac:spMkLst>
        </pc:spChg>
        <pc:spChg chg="add mod">
          <ac:chgData name="김태영" userId="8443cd8f-b258-4c7c-bbdd-a870d3924868" providerId="ADAL" clId="{1C3B100A-4BCD-45CB-938C-6AEBEDD95364}" dt="2023-08-01T02:28:41.402" v="5007" actId="1076"/>
          <ac:spMkLst>
            <pc:docMk/>
            <pc:sldMk cId="3385252185" sldId="317"/>
            <ac:spMk id="9" creationId="{452699CD-0D97-B4A0-C108-40C44D382EC7}"/>
          </ac:spMkLst>
        </pc:spChg>
        <pc:spChg chg="add mod">
          <ac:chgData name="김태영" userId="8443cd8f-b258-4c7c-bbdd-a870d3924868" providerId="ADAL" clId="{1C3B100A-4BCD-45CB-938C-6AEBEDD95364}" dt="2023-08-01T03:35:56.496" v="6856" actId="14100"/>
          <ac:spMkLst>
            <pc:docMk/>
            <pc:sldMk cId="3385252185" sldId="317"/>
            <ac:spMk id="11" creationId="{D88A1513-C944-D1E4-5677-8074C0ADCA60}"/>
          </ac:spMkLst>
        </pc:spChg>
        <pc:spChg chg="del">
          <ac:chgData name="김태영" userId="8443cd8f-b258-4c7c-bbdd-a870d3924868" providerId="ADAL" clId="{1C3B100A-4BCD-45CB-938C-6AEBEDD95364}" dt="2023-07-31T15:52:18.782" v="3288" actId="478"/>
          <ac:spMkLst>
            <pc:docMk/>
            <pc:sldMk cId="3385252185" sldId="317"/>
            <ac:spMk id="12" creationId="{646B98B2-5DFF-C2C0-5A25-5491F98261D2}"/>
          </ac:spMkLst>
        </pc:spChg>
        <pc:spChg chg="del">
          <ac:chgData name="김태영" userId="8443cd8f-b258-4c7c-bbdd-a870d3924868" providerId="ADAL" clId="{1C3B100A-4BCD-45CB-938C-6AEBEDD95364}" dt="2023-07-31T15:47:36.076" v="3287" actId="478"/>
          <ac:spMkLst>
            <pc:docMk/>
            <pc:sldMk cId="3385252185" sldId="317"/>
            <ac:spMk id="13" creationId="{4EB6D053-B404-3430-3C67-86AB4CD284D4}"/>
          </ac:spMkLst>
        </pc:spChg>
        <pc:spChg chg="del">
          <ac:chgData name="김태영" userId="8443cd8f-b258-4c7c-bbdd-a870d3924868" providerId="ADAL" clId="{1C3B100A-4BCD-45CB-938C-6AEBEDD95364}" dt="2023-07-31T15:47:36.076" v="3287" actId="478"/>
          <ac:spMkLst>
            <pc:docMk/>
            <pc:sldMk cId="3385252185" sldId="317"/>
            <ac:spMk id="17" creationId="{646B666B-FA07-3B99-868F-71F0BEA1B08A}"/>
          </ac:spMkLst>
        </pc:spChg>
        <pc:spChg chg="del">
          <ac:chgData name="김태영" userId="8443cd8f-b258-4c7c-bbdd-a870d3924868" providerId="ADAL" clId="{1C3B100A-4BCD-45CB-938C-6AEBEDD95364}" dt="2023-07-31T15:47:36.076" v="3287" actId="478"/>
          <ac:spMkLst>
            <pc:docMk/>
            <pc:sldMk cId="3385252185" sldId="317"/>
            <ac:spMk id="18" creationId="{630D21C3-6661-10CF-2B53-E0C61E25FDB1}"/>
          </ac:spMkLst>
        </pc:spChg>
        <pc:picChg chg="del">
          <ac:chgData name="김태영" userId="8443cd8f-b258-4c7c-bbdd-a870d3924868" providerId="ADAL" clId="{1C3B100A-4BCD-45CB-938C-6AEBEDD95364}" dt="2023-07-31T15:47:36.076" v="3287" actId="478"/>
          <ac:picMkLst>
            <pc:docMk/>
            <pc:sldMk cId="3385252185" sldId="317"/>
            <ac:picMk id="8" creationId="{20647D3A-4B3A-126E-749B-F44580C8C29A}"/>
          </ac:picMkLst>
        </pc:picChg>
        <pc:cxnChg chg="del">
          <ac:chgData name="김태영" userId="8443cd8f-b258-4c7c-bbdd-a870d3924868" providerId="ADAL" clId="{1C3B100A-4BCD-45CB-938C-6AEBEDD95364}" dt="2023-07-31T15:47:36.076" v="3287" actId="478"/>
          <ac:cxnSpMkLst>
            <pc:docMk/>
            <pc:sldMk cId="3385252185" sldId="317"/>
            <ac:cxnSpMk id="16" creationId="{23644FFF-5532-1292-1F1F-6C3482FD402A}"/>
          </ac:cxnSpMkLst>
        </pc:cxnChg>
      </pc:sldChg>
      <pc:sldChg chg="modSp add del mod">
        <pc:chgData name="김태영" userId="8443cd8f-b258-4c7c-bbdd-a870d3924868" providerId="ADAL" clId="{1C3B100A-4BCD-45CB-938C-6AEBEDD95364}" dt="2023-07-31T15:30:47.341" v="3090"/>
        <pc:sldMkLst>
          <pc:docMk/>
          <pc:sldMk cId="3989445606" sldId="317"/>
        </pc:sldMkLst>
        <pc:spChg chg="mod">
          <ac:chgData name="김태영" userId="8443cd8f-b258-4c7c-bbdd-a870d3924868" providerId="ADAL" clId="{1C3B100A-4BCD-45CB-938C-6AEBEDD95364}" dt="2023-07-31T15:30:45.334" v="3089" actId="20577"/>
          <ac:spMkLst>
            <pc:docMk/>
            <pc:sldMk cId="3989445606" sldId="317"/>
            <ac:spMk id="5" creationId="{F69F61E6-EDE4-1DD3-18AC-61C282A71EA8}"/>
          </ac:spMkLst>
        </pc:spChg>
      </pc:sldChg>
      <pc:sldChg chg="addSp delSp modSp add mod modNotesTx">
        <pc:chgData name="김태영" userId="8443cd8f-b258-4c7c-bbdd-a870d3924868" providerId="ADAL" clId="{1C3B100A-4BCD-45CB-938C-6AEBEDD95364}" dt="2023-08-01T03:27:04.408" v="6290" actId="1076"/>
        <pc:sldMkLst>
          <pc:docMk/>
          <pc:sldMk cId="1920870630" sldId="318"/>
        </pc:sldMkLst>
        <pc:spChg chg="mod">
          <ac:chgData name="김태영" userId="8443cd8f-b258-4c7c-bbdd-a870d3924868" providerId="ADAL" clId="{1C3B100A-4BCD-45CB-938C-6AEBEDD95364}" dt="2023-08-01T03:24:45.186" v="6197" actId="14100"/>
          <ac:spMkLst>
            <pc:docMk/>
            <pc:sldMk cId="1920870630" sldId="318"/>
            <ac:spMk id="5" creationId="{F69F61E6-EDE4-1DD3-18AC-61C282A71EA8}"/>
          </ac:spMkLst>
        </pc:spChg>
        <pc:spChg chg="add del mod">
          <ac:chgData name="김태영" userId="8443cd8f-b258-4c7c-bbdd-a870d3924868" providerId="ADAL" clId="{1C3B100A-4BCD-45CB-938C-6AEBEDD95364}" dt="2023-08-01T02:40:11.126" v="5235" actId="21"/>
          <ac:spMkLst>
            <pc:docMk/>
            <pc:sldMk cId="1920870630" sldId="318"/>
            <ac:spMk id="6" creationId="{C29FA322-7FCE-9A28-BD60-B40F7292935C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9" creationId="{757BF8F6-ED84-E125-FB90-55C55301D706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10" creationId="{FD332107-69C5-FE2C-32A8-DF25CB876919}"/>
          </ac:spMkLst>
        </pc:spChg>
        <pc:spChg chg="add del mod">
          <ac:chgData name="김태영" userId="8443cd8f-b258-4c7c-bbdd-a870d3924868" providerId="ADAL" clId="{1C3B100A-4BCD-45CB-938C-6AEBEDD95364}" dt="2023-08-01T02:56:41.508" v="5595" actId="478"/>
          <ac:spMkLst>
            <pc:docMk/>
            <pc:sldMk cId="1920870630" sldId="318"/>
            <ac:spMk id="12" creationId="{1000A76F-77CF-9113-F821-0E5F43A9845E}"/>
          </ac:spMkLst>
        </pc:spChg>
        <pc:spChg chg="add mod">
          <ac:chgData name="김태영" userId="8443cd8f-b258-4c7c-bbdd-a870d3924868" providerId="ADAL" clId="{1C3B100A-4BCD-45CB-938C-6AEBEDD95364}" dt="2023-08-01T03:27:03.512" v="6289" actId="14100"/>
          <ac:spMkLst>
            <pc:docMk/>
            <pc:sldMk cId="1920870630" sldId="318"/>
            <ac:spMk id="17" creationId="{7A781E65-AB57-0D68-1833-91C5682575D1}"/>
          </ac:spMkLst>
        </pc:spChg>
        <pc:spChg chg="add mod">
          <ac:chgData name="김태영" userId="8443cd8f-b258-4c7c-bbdd-a870d3924868" providerId="ADAL" clId="{1C3B100A-4BCD-45CB-938C-6AEBEDD95364}" dt="2023-08-01T03:26:28.784" v="6200" actId="164"/>
          <ac:spMkLst>
            <pc:docMk/>
            <pc:sldMk cId="1920870630" sldId="318"/>
            <ac:spMk id="20" creationId="{C5A0AB25-1067-599D-01B0-2822D3E462DB}"/>
          </ac:spMkLst>
        </pc:spChg>
        <pc:spChg chg="add mod">
          <ac:chgData name="김태영" userId="8443cd8f-b258-4c7c-bbdd-a870d3924868" providerId="ADAL" clId="{1C3B100A-4BCD-45CB-938C-6AEBEDD95364}" dt="2023-08-01T03:26:28.784" v="6200" actId="164"/>
          <ac:spMkLst>
            <pc:docMk/>
            <pc:sldMk cId="1920870630" sldId="318"/>
            <ac:spMk id="22" creationId="{142044DF-25BB-21BF-1C30-E27B49C2CBCC}"/>
          </ac:spMkLst>
        </pc:spChg>
        <pc:spChg chg="add mod">
          <ac:chgData name="김태영" userId="8443cd8f-b258-4c7c-bbdd-a870d3924868" providerId="ADAL" clId="{1C3B100A-4BCD-45CB-938C-6AEBEDD95364}" dt="2023-08-01T03:26:28.784" v="6200" actId="164"/>
          <ac:spMkLst>
            <pc:docMk/>
            <pc:sldMk cId="1920870630" sldId="318"/>
            <ac:spMk id="23" creationId="{26032578-A5D2-3A6F-944E-9052FC267C00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26" creationId="{4BEAE391-C36C-8AA6-02FE-84760E381F1B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27" creationId="{694DC9F3-1EEE-DE56-23B8-5E11611EA844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28" creationId="{45E3C212-0061-3329-3640-B22A15B6584C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38" creationId="{89298D7D-8A7B-193F-0DBF-B17E69DF2432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39" creationId="{59C7CE42-2A50-7B53-A31C-101C3472206A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49" creationId="{138A7568-ECE2-C3FA-02E0-12583AFBE814}"/>
          </ac:spMkLst>
        </pc:spChg>
        <pc:spChg chg="del">
          <ac:chgData name="김태영" userId="8443cd8f-b258-4c7c-bbdd-a870d3924868" providerId="ADAL" clId="{1C3B100A-4BCD-45CB-938C-6AEBEDD95364}" dt="2023-07-31T16:00:59.607" v="3488" actId="478"/>
          <ac:spMkLst>
            <pc:docMk/>
            <pc:sldMk cId="1920870630" sldId="318"/>
            <ac:spMk id="50" creationId="{D0BCAF40-8C49-1E26-F964-0C058A56780F}"/>
          </ac:spMkLst>
        </pc:spChg>
        <pc:grpChg chg="add mod">
          <ac:chgData name="김태영" userId="8443cd8f-b258-4c7c-bbdd-a870d3924868" providerId="ADAL" clId="{1C3B100A-4BCD-45CB-938C-6AEBEDD95364}" dt="2023-08-01T03:26:29.880" v="6201" actId="1076"/>
          <ac:grpSpMkLst>
            <pc:docMk/>
            <pc:sldMk cId="1920870630" sldId="318"/>
            <ac:grpSpMk id="25" creationId="{D8CA8F43-BC27-7BAA-DDF2-1A70BEC3B733}"/>
          </ac:grpSpMkLst>
        </pc:grpChg>
        <pc:picChg chg="del">
          <ac:chgData name="김태영" userId="8443cd8f-b258-4c7c-bbdd-a870d3924868" providerId="ADAL" clId="{1C3B100A-4BCD-45CB-938C-6AEBEDD95364}" dt="2023-07-31T16:01:00.697" v="3490" actId="478"/>
          <ac:picMkLst>
            <pc:docMk/>
            <pc:sldMk cId="1920870630" sldId="318"/>
            <ac:picMk id="7" creationId="{FDA013D2-D077-B485-B119-6A05E4892679}"/>
          </ac:picMkLst>
        </pc:picChg>
        <pc:picChg chg="add del mod">
          <ac:chgData name="김태영" userId="8443cd8f-b258-4c7c-bbdd-a870d3924868" providerId="ADAL" clId="{1C3B100A-4BCD-45CB-938C-6AEBEDD95364}" dt="2023-08-01T02:56:40.812" v="5594" actId="478"/>
          <ac:picMkLst>
            <pc:docMk/>
            <pc:sldMk cId="1920870630" sldId="318"/>
            <ac:picMk id="11" creationId="{48907EA1-E816-842F-86BD-D6B1A4137A5D}"/>
          </ac:picMkLst>
        </pc:picChg>
        <pc:picChg chg="add mod">
          <ac:chgData name="김태영" userId="8443cd8f-b258-4c7c-bbdd-a870d3924868" providerId="ADAL" clId="{1C3B100A-4BCD-45CB-938C-6AEBEDD95364}" dt="2023-08-01T03:26:28.784" v="6200" actId="164"/>
          <ac:picMkLst>
            <pc:docMk/>
            <pc:sldMk cId="1920870630" sldId="318"/>
            <ac:picMk id="14" creationId="{58BB014A-9449-6F8E-DA34-009089BEEE1F}"/>
          </ac:picMkLst>
        </pc:picChg>
        <pc:picChg chg="del">
          <ac:chgData name="김태영" userId="8443cd8f-b258-4c7c-bbdd-a870d3924868" providerId="ADAL" clId="{1C3B100A-4BCD-45CB-938C-6AEBEDD95364}" dt="2023-07-31T16:01:00.263" v="3489" actId="478"/>
          <ac:picMkLst>
            <pc:docMk/>
            <pc:sldMk cId="1920870630" sldId="318"/>
            <ac:picMk id="15" creationId="{4D3F044D-AB17-13BC-F063-D748B407AD11}"/>
          </ac:picMkLst>
        </pc:picChg>
        <pc:picChg chg="add mod">
          <ac:chgData name="김태영" userId="8443cd8f-b258-4c7c-bbdd-a870d3924868" providerId="ADAL" clId="{1C3B100A-4BCD-45CB-938C-6AEBEDD95364}" dt="2023-08-01T03:27:04.408" v="6290" actId="1076"/>
          <ac:picMkLst>
            <pc:docMk/>
            <pc:sldMk cId="1920870630" sldId="318"/>
            <ac:picMk id="31" creationId="{63C24106-BB43-AA2F-ECA0-61A3BA5F21EE}"/>
          </ac:picMkLst>
        </pc:picChg>
        <pc:cxnChg chg="del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19" creationId="{E06B7FA2-1331-F0A8-DF51-B505BA6036C0}"/>
          </ac:cxnSpMkLst>
        </pc:cxnChg>
        <pc:cxnChg chg="del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21" creationId="{043BBECC-F09E-9EE0-9886-22E08BCB2B8D}"/>
          </ac:cxnSpMkLst>
        </pc:cxnChg>
        <pc:cxnChg chg="del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24" creationId="{B4A5D435-EA77-547D-06C5-D6DE5D9A6E4A}"/>
          </ac:cxnSpMkLst>
        </pc:cxnChg>
        <pc:cxnChg chg="del mod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30" creationId="{53DC7E6D-7B94-6DA4-F9DE-459AF3AB25BC}"/>
          </ac:cxnSpMkLst>
        </pc:cxnChg>
        <pc:cxnChg chg="del mod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32" creationId="{ADA2B87D-823C-CD71-CF07-2503857FE2D7}"/>
          </ac:cxnSpMkLst>
        </pc:cxnChg>
        <pc:cxnChg chg="del mod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40" creationId="{8C75A8F9-282C-65E3-2BE6-BA746392FF24}"/>
          </ac:cxnSpMkLst>
        </pc:cxnChg>
        <pc:cxnChg chg="del mod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43" creationId="{580664B2-D76A-2ED9-0EBC-F2DFCBB5F576}"/>
          </ac:cxnSpMkLst>
        </pc:cxnChg>
        <pc:cxnChg chg="del mod">
          <ac:chgData name="김태영" userId="8443cd8f-b258-4c7c-bbdd-a870d3924868" providerId="ADAL" clId="{1C3B100A-4BCD-45CB-938C-6AEBEDD95364}" dt="2023-07-31T16:00:59.607" v="3488" actId="478"/>
          <ac:cxnSpMkLst>
            <pc:docMk/>
            <pc:sldMk cId="1920870630" sldId="318"/>
            <ac:cxnSpMk id="47" creationId="{8F6CA2C6-9097-B615-09B3-29DCBF5B40E7}"/>
          </ac:cxnSpMkLst>
        </pc:cxnChg>
      </pc:sldChg>
    </pc:docChg>
  </pc:docChgLst>
  <pc:docChgLst>
    <pc:chgData name="김태영" userId="8443cd8f-b258-4c7c-bbdd-a870d3924868" providerId="ADAL" clId="{1AF1C040-9443-4319-8A54-AB82E10D747E}"/>
    <pc:docChg chg="undo redo custSel addSld delSld modSld sldOrd">
      <pc:chgData name="김태영" userId="8443cd8f-b258-4c7c-bbdd-a870d3924868" providerId="ADAL" clId="{1AF1C040-9443-4319-8A54-AB82E10D747E}" dt="2021-10-24T11:58:59.078" v="21462" actId="20577"/>
      <pc:docMkLst>
        <pc:docMk/>
      </pc:docMkLst>
      <pc:sldChg chg="modNotesTx">
        <pc:chgData name="김태영" userId="8443cd8f-b258-4c7c-bbdd-a870d3924868" providerId="ADAL" clId="{1AF1C040-9443-4319-8A54-AB82E10D747E}" dt="2021-10-16T15:41:31.174" v="2101"/>
        <pc:sldMkLst>
          <pc:docMk/>
          <pc:sldMk cId="1871002895" sldId="256"/>
        </pc:sldMkLst>
      </pc:sldChg>
      <pc:sldChg chg="addSp delSp modSp mod ord modNotesTx">
        <pc:chgData name="김태영" userId="8443cd8f-b258-4c7c-bbdd-a870d3924868" providerId="ADAL" clId="{1AF1C040-9443-4319-8A54-AB82E10D747E}" dt="2021-10-24T04:14:22.389" v="2819"/>
        <pc:sldMkLst>
          <pc:docMk/>
          <pc:sldMk cId="1678087176" sldId="257"/>
        </pc:sldMkLst>
        <pc:spChg chg="del">
          <ac:chgData name="김태영" userId="8443cd8f-b258-4c7c-bbdd-a870d3924868" providerId="ADAL" clId="{1AF1C040-9443-4319-8A54-AB82E10D747E}" dt="2021-10-16T15:48:07.154" v="2121" actId="478"/>
          <ac:spMkLst>
            <pc:docMk/>
            <pc:sldMk cId="1678087176" sldId="257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5:48:22.573" v="2126" actId="1076"/>
          <ac:spMkLst>
            <pc:docMk/>
            <pc:sldMk cId="1678087176" sldId="257"/>
            <ac:spMk id="6" creationId="{A439E9FE-44CC-453C-B50C-3E519E1212B8}"/>
          </ac:spMkLst>
        </pc:spChg>
        <pc:spChg chg="add del mod">
          <ac:chgData name="김태영" userId="8443cd8f-b258-4c7c-bbdd-a870d3924868" providerId="ADAL" clId="{1AF1C040-9443-4319-8A54-AB82E10D747E}" dt="2021-10-24T03:59:40.208" v="2730" actId="21"/>
          <ac:spMkLst>
            <pc:docMk/>
            <pc:sldMk cId="1678087176" sldId="257"/>
            <ac:spMk id="7" creationId="{695F94BB-8513-4CB5-B2D6-12105F3D1AA9}"/>
          </ac:spMkLst>
        </pc:spChg>
        <pc:spChg chg="add mod">
          <ac:chgData name="김태영" userId="8443cd8f-b258-4c7c-bbdd-a870d3924868" providerId="ADAL" clId="{1AF1C040-9443-4319-8A54-AB82E10D747E}" dt="2021-10-16T15:49:42.443" v="2128" actId="1076"/>
          <ac:spMkLst>
            <pc:docMk/>
            <pc:sldMk cId="1678087176" sldId="257"/>
            <ac:spMk id="8" creationId="{590C1DD8-86E4-4048-9358-C4493D39D8AE}"/>
          </ac:spMkLst>
        </pc:spChg>
        <pc:picChg chg="add del mod">
          <ac:chgData name="김태영" userId="8443cd8f-b258-4c7c-bbdd-a870d3924868" providerId="ADAL" clId="{1AF1C040-9443-4319-8A54-AB82E10D747E}" dt="2021-10-24T03:59:22.766" v="2722" actId="478"/>
          <ac:picMkLst>
            <pc:docMk/>
            <pc:sldMk cId="1678087176" sldId="257"/>
            <ac:picMk id="4" creationId="{18C3B1B2-6F83-46C6-86DD-15FC4D74A82F}"/>
          </ac:picMkLst>
        </pc:picChg>
        <pc:picChg chg="add del mod">
          <ac:chgData name="김태영" userId="8443cd8f-b258-4c7c-bbdd-a870d3924868" providerId="ADAL" clId="{1AF1C040-9443-4319-8A54-AB82E10D747E}" dt="2021-10-24T03:59:40.208" v="2730" actId="21"/>
          <ac:picMkLst>
            <pc:docMk/>
            <pc:sldMk cId="1678087176" sldId="257"/>
            <ac:picMk id="9" creationId="{BB09C411-7C7B-466F-8400-FF8FA5329CBB}"/>
          </ac:picMkLst>
        </pc:picChg>
        <pc:picChg chg="add del mod">
          <ac:chgData name="김태영" userId="8443cd8f-b258-4c7c-bbdd-a870d3924868" providerId="ADAL" clId="{1AF1C040-9443-4319-8A54-AB82E10D747E}" dt="2021-10-24T03:59:41.961" v="2731" actId="21"/>
          <ac:picMkLst>
            <pc:docMk/>
            <pc:sldMk cId="1678087176" sldId="257"/>
            <ac:picMk id="1026" creationId="{D34D2BBB-F090-4927-AB79-EC71368A62D1}"/>
          </ac:picMkLst>
        </pc:picChg>
      </pc:sldChg>
      <pc:sldChg chg="addSp delSp modSp mod ord modNotesTx">
        <pc:chgData name="김태영" userId="8443cd8f-b258-4c7c-bbdd-a870d3924868" providerId="ADAL" clId="{1AF1C040-9443-4319-8A54-AB82E10D747E}" dt="2021-10-16T16:02:31.087" v="2638"/>
        <pc:sldMkLst>
          <pc:docMk/>
          <pc:sldMk cId="1365609292" sldId="258"/>
        </pc:sldMkLst>
        <pc:spChg chg="mod">
          <ac:chgData name="김태영" userId="8443cd8f-b258-4c7c-bbdd-a870d3924868" providerId="ADAL" clId="{1AF1C040-9443-4319-8A54-AB82E10D747E}" dt="2021-10-16T15:00:35.860" v="876" actId="20577"/>
          <ac:spMkLst>
            <pc:docMk/>
            <pc:sldMk cId="1365609292" sldId="258"/>
            <ac:spMk id="3" creationId="{00000000-0000-0000-0000-000000000000}"/>
          </ac:spMkLst>
        </pc:spChg>
        <pc:picChg chg="add del mod">
          <ac:chgData name="김태영" userId="8443cd8f-b258-4c7c-bbdd-a870d3924868" providerId="ADAL" clId="{1AF1C040-9443-4319-8A54-AB82E10D747E}" dt="2021-10-16T15:02:57.034" v="882" actId="478"/>
          <ac:picMkLst>
            <pc:docMk/>
            <pc:sldMk cId="1365609292" sldId="258"/>
            <ac:picMk id="5" creationId="{81EF6A7C-8897-489B-9D24-37C6FFACA89A}"/>
          </ac:picMkLst>
        </pc:picChg>
        <pc:picChg chg="add mod">
          <ac:chgData name="김태영" userId="8443cd8f-b258-4c7c-bbdd-a870d3924868" providerId="ADAL" clId="{1AF1C040-9443-4319-8A54-AB82E10D747E}" dt="2021-10-16T15:02:24.299" v="880" actId="1076"/>
          <ac:picMkLst>
            <pc:docMk/>
            <pc:sldMk cId="1365609292" sldId="258"/>
            <ac:picMk id="7" creationId="{9941AADA-132D-4E13-A5A8-E7534EEE2C8F}"/>
          </ac:picMkLst>
        </pc:picChg>
      </pc:sldChg>
      <pc:sldChg chg="modSp del mod ord modNotesTx">
        <pc:chgData name="김태영" userId="8443cd8f-b258-4c7c-bbdd-a870d3924868" providerId="ADAL" clId="{1AF1C040-9443-4319-8A54-AB82E10D747E}" dt="2021-10-24T04:34:48.452" v="4031" actId="47"/>
        <pc:sldMkLst>
          <pc:docMk/>
          <pc:sldMk cId="1823526600" sldId="260"/>
        </pc:sldMkLst>
        <pc:spChg chg="mod">
          <ac:chgData name="김태영" userId="8443cd8f-b258-4c7c-bbdd-a870d3924868" providerId="ADAL" clId="{1AF1C040-9443-4319-8A54-AB82E10D747E}" dt="2021-10-23T16:53:40.404" v="2688" actId="20577"/>
          <ac:spMkLst>
            <pc:docMk/>
            <pc:sldMk cId="1823526600" sldId="260"/>
            <ac:spMk id="3" creationId="{16AA9A5C-AA16-4D3E-B4B9-4B233F649D7D}"/>
          </ac:spMkLst>
        </pc:spChg>
      </pc:sldChg>
      <pc:sldChg chg="addSp delSp modSp mod ord">
        <pc:chgData name="김태영" userId="8443cd8f-b258-4c7c-bbdd-a870d3924868" providerId="ADAL" clId="{1AF1C040-9443-4319-8A54-AB82E10D747E}" dt="2021-10-24T04:14:22.389" v="2819"/>
        <pc:sldMkLst>
          <pc:docMk/>
          <pc:sldMk cId="3360225854" sldId="261"/>
        </pc:sldMkLst>
        <pc:spChg chg="add mod">
          <ac:chgData name="김태영" userId="8443cd8f-b258-4c7c-bbdd-a870d3924868" providerId="ADAL" clId="{1AF1C040-9443-4319-8A54-AB82E10D747E}" dt="2021-10-16T15:47:05.449" v="2118"/>
          <ac:spMkLst>
            <pc:docMk/>
            <pc:sldMk cId="3360225854" sldId="261"/>
            <ac:spMk id="6" creationId="{1A5622A0-6A6C-40D0-AF1B-7694113FEEB2}"/>
          </ac:spMkLst>
        </pc:spChg>
        <pc:spChg chg="add mod">
          <ac:chgData name="김태영" userId="8443cd8f-b258-4c7c-bbdd-a870d3924868" providerId="ADAL" clId="{1AF1C040-9443-4319-8A54-AB82E10D747E}" dt="2021-10-16T15:47:09.041" v="2120" actId="1076"/>
          <ac:spMkLst>
            <pc:docMk/>
            <pc:sldMk cId="3360225854" sldId="261"/>
            <ac:spMk id="8" creationId="{1DAEDD65-AF9C-4D5B-9A4E-BCCCD7017D64}"/>
          </ac:spMkLst>
        </pc:spChg>
        <pc:picChg chg="del">
          <ac:chgData name="김태영" userId="8443cd8f-b258-4c7c-bbdd-a870d3924868" providerId="ADAL" clId="{1AF1C040-9443-4319-8A54-AB82E10D747E}" dt="2021-10-16T14:55:12.631" v="514" actId="21"/>
          <ac:picMkLst>
            <pc:docMk/>
            <pc:sldMk cId="3360225854" sldId="261"/>
            <ac:picMk id="8" creationId="{5C74D17F-F56F-41CB-9587-9D115B1422DB}"/>
          </ac:picMkLst>
        </pc:picChg>
        <pc:picChg chg="del">
          <ac:chgData name="김태영" userId="8443cd8f-b258-4c7c-bbdd-a870d3924868" providerId="ADAL" clId="{1AF1C040-9443-4319-8A54-AB82E10D747E}" dt="2021-10-16T14:55:12.631" v="514" actId="21"/>
          <ac:picMkLst>
            <pc:docMk/>
            <pc:sldMk cId="3360225854" sldId="261"/>
            <ac:picMk id="9" creationId="{82452D8F-7D01-4C3C-870F-FBBCF2E83C25}"/>
          </ac:picMkLst>
        </pc:picChg>
      </pc:sldChg>
      <pc:sldChg chg="addSp delSp modSp del mod ord modNotesTx">
        <pc:chgData name="김태영" userId="8443cd8f-b258-4c7c-bbdd-a870d3924868" providerId="ADAL" clId="{1AF1C040-9443-4319-8A54-AB82E10D747E}" dt="2021-10-24T07:53:51.935" v="7269" actId="47"/>
        <pc:sldMkLst>
          <pc:docMk/>
          <pc:sldMk cId="56274150" sldId="262"/>
        </pc:sldMkLst>
        <pc:spChg chg="add del mod">
          <ac:chgData name="김태영" userId="8443cd8f-b258-4c7c-bbdd-a870d3924868" providerId="ADAL" clId="{1AF1C040-9443-4319-8A54-AB82E10D747E}" dt="2021-10-24T05:28:57.095" v="5743"/>
          <ac:spMkLst>
            <pc:docMk/>
            <pc:sldMk cId="56274150" sldId="262"/>
            <ac:spMk id="5" creationId="{0D6BCEB3-63D1-4081-88EA-3321BE016E66}"/>
          </ac:spMkLst>
        </pc:spChg>
        <pc:spChg chg="add del mod">
          <ac:chgData name="김태영" userId="8443cd8f-b258-4c7c-bbdd-a870d3924868" providerId="ADAL" clId="{1AF1C040-9443-4319-8A54-AB82E10D747E}" dt="2021-10-24T05:29:10.734" v="5748" actId="21"/>
          <ac:spMkLst>
            <pc:docMk/>
            <pc:sldMk cId="56274150" sldId="262"/>
            <ac:spMk id="7" creationId="{84A92EE0-AEE4-49C0-89F9-8FAA22D01E8D}"/>
          </ac:spMkLst>
        </pc:spChg>
        <pc:picChg chg="del">
          <ac:chgData name="김태영" userId="8443cd8f-b258-4c7c-bbdd-a870d3924868" providerId="ADAL" clId="{1AF1C040-9443-4319-8A54-AB82E10D747E}" dt="2021-10-16T15:41:40.594" v="2103" actId="21"/>
          <ac:picMkLst>
            <pc:docMk/>
            <pc:sldMk cId="56274150" sldId="262"/>
            <ac:picMk id="4" creationId="{4389EF92-8B0C-4400-B2D5-24E1A869362F}"/>
          </ac:picMkLst>
        </pc:picChg>
      </pc:sldChg>
      <pc:sldChg chg="ord modNotesTx">
        <pc:chgData name="김태영" userId="8443cd8f-b258-4c7c-bbdd-a870d3924868" providerId="ADAL" clId="{1AF1C040-9443-4319-8A54-AB82E10D747E}" dt="2021-10-16T15:45:41.631" v="2106"/>
        <pc:sldMkLst>
          <pc:docMk/>
          <pc:sldMk cId="1085090973" sldId="263"/>
        </pc:sldMkLst>
      </pc:sldChg>
      <pc:sldChg chg="addSp delSp modSp add mod ord modNotesTx">
        <pc:chgData name="김태영" userId="8443cd8f-b258-4c7c-bbdd-a870d3924868" providerId="ADAL" clId="{1AF1C040-9443-4319-8A54-AB82E10D747E}" dt="2021-10-16T16:02:33.164" v="2640"/>
        <pc:sldMkLst>
          <pc:docMk/>
          <pc:sldMk cId="4006778785" sldId="264"/>
        </pc:sldMkLst>
        <pc:spChg chg="mod">
          <ac:chgData name="김태영" userId="8443cd8f-b258-4c7c-bbdd-a870d3924868" providerId="ADAL" clId="{1AF1C040-9443-4319-8A54-AB82E10D747E}" dt="2021-10-16T15:15:23.722" v="2074" actId="20577"/>
          <ac:spMkLst>
            <pc:docMk/>
            <pc:sldMk cId="4006778785" sldId="264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5:57:30.335" v="2150" actId="1076"/>
          <ac:spMkLst>
            <pc:docMk/>
            <pc:sldMk cId="4006778785" sldId="264"/>
            <ac:spMk id="5" creationId="{E7BF817D-FEF3-4ED1-863B-7B7D59C110C6}"/>
          </ac:spMkLst>
        </pc:spChg>
        <pc:spChg chg="add mod">
          <ac:chgData name="김태영" userId="8443cd8f-b258-4c7c-bbdd-a870d3924868" providerId="ADAL" clId="{1AF1C040-9443-4319-8A54-AB82E10D747E}" dt="2021-10-16T15:57:51.864" v="2152" actId="1076"/>
          <ac:spMkLst>
            <pc:docMk/>
            <pc:sldMk cId="4006778785" sldId="264"/>
            <ac:spMk id="7" creationId="{C25D986D-ED99-43CA-B599-2F8634013A87}"/>
          </ac:spMkLst>
        </pc:spChg>
        <pc:picChg chg="add del mod">
          <ac:chgData name="김태영" userId="8443cd8f-b258-4c7c-bbdd-a870d3924868" providerId="ADAL" clId="{1AF1C040-9443-4319-8A54-AB82E10D747E}" dt="2021-10-16T14:59:28.703" v="541" actId="21"/>
          <ac:picMkLst>
            <pc:docMk/>
            <pc:sldMk cId="4006778785" sldId="264"/>
            <ac:picMk id="4" creationId="{E5A6F338-12CB-4D96-90B7-41ECB0455E34}"/>
          </ac:picMkLst>
        </pc:picChg>
        <pc:picChg chg="add del mod">
          <ac:chgData name="김태영" userId="8443cd8f-b258-4c7c-bbdd-a870d3924868" providerId="ADAL" clId="{1AF1C040-9443-4319-8A54-AB82E10D747E}" dt="2021-10-16T14:59:28.703" v="541" actId="21"/>
          <ac:picMkLst>
            <pc:docMk/>
            <pc:sldMk cId="4006778785" sldId="264"/>
            <ac:picMk id="5" creationId="{2C5AFE84-83C8-4300-A4B0-31A207960FEB}"/>
          </ac:picMkLst>
        </pc:picChg>
        <pc:picChg chg="add del mod">
          <ac:chgData name="김태영" userId="8443cd8f-b258-4c7c-bbdd-a870d3924868" providerId="ADAL" clId="{1AF1C040-9443-4319-8A54-AB82E10D747E}" dt="2021-10-16T14:58:03.391" v="533" actId="21"/>
          <ac:picMkLst>
            <pc:docMk/>
            <pc:sldMk cId="4006778785" sldId="264"/>
            <ac:picMk id="6" creationId="{153A3A7F-9652-405F-B65C-8F13392BB648}"/>
          </ac:picMkLst>
        </pc:picChg>
        <pc:picChg chg="add del mod">
          <ac:chgData name="김태영" userId="8443cd8f-b258-4c7c-bbdd-a870d3924868" providerId="ADAL" clId="{1AF1C040-9443-4319-8A54-AB82E10D747E}" dt="2021-10-16T14:58:03.391" v="533" actId="21"/>
          <ac:picMkLst>
            <pc:docMk/>
            <pc:sldMk cId="4006778785" sldId="264"/>
            <ac:picMk id="7" creationId="{4BF74BD2-C991-4A8E-B873-8D5786EF721A}"/>
          </ac:picMkLst>
        </pc:picChg>
        <pc:picChg chg="add del mod">
          <ac:chgData name="김태영" userId="8443cd8f-b258-4c7c-bbdd-a870d3924868" providerId="ADAL" clId="{1AF1C040-9443-4319-8A54-AB82E10D747E}" dt="2021-10-16T14:58:08.523" v="535" actId="21"/>
          <ac:picMkLst>
            <pc:docMk/>
            <pc:sldMk cId="4006778785" sldId="264"/>
            <ac:picMk id="8" creationId="{9927EAA6-2DA2-4A32-978F-F69FDA21721D}"/>
          </ac:picMkLst>
        </pc:picChg>
        <pc:picChg chg="add del mod">
          <ac:chgData name="김태영" userId="8443cd8f-b258-4c7c-bbdd-a870d3924868" providerId="ADAL" clId="{1AF1C040-9443-4319-8A54-AB82E10D747E}" dt="2021-10-16T14:58:08.523" v="535" actId="21"/>
          <ac:picMkLst>
            <pc:docMk/>
            <pc:sldMk cId="4006778785" sldId="264"/>
            <ac:picMk id="9" creationId="{5097F916-9CD6-4D9D-9C29-DA58C4116B9C}"/>
          </ac:picMkLst>
        </pc:picChg>
        <pc:picChg chg="add del mod">
          <ac:chgData name="김태영" userId="8443cd8f-b258-4c7c-bbdd-a870d3924868" providerId="ADAL" clId="{1AF1C040-9443-4319-8A54-AB82E10D747E}" dt="2021-10-16T14:58:12.259" v="537" actId="21"/>
          <ac:picMkLst>
            <pc:docMk/>
            <pc:sldMk cId="4006778785" sldId="264"/>
            <ac:picMk id="10" creationId="{7D653994-6F63-4B4B-8E7C-2F4E3417ACFD}"/>
          </ac:picMkLst>
        </pc:picChg>
        <pc:picChg chg="add del mod">
          <ac:chgData name="김태영" userId="8443cd8f-b258-4c7c-bbdd-a870d3924868" providerId="ADAL" clId="{1AF1C040-9443-4319-8A54-AB82E10D747E}" dt="2021-10-16T14:58:12.259" v="537" actId="21"/>
          <ac:picMkLst>
            <pc:docMk/>
            <pc:sldMk cId="4006778785" sldId="264"/>
            <ac:picMk id="11" creationId="{035BEF11-2F36-4E50-8A57-E78510C8A5B5}"/>
          </ac:picMkLst>
        </pc:picChg>
      </pc:sldChg>
      <pc:sldChg chg="addSp delSp modSp add del mod">
        <pc:chgData name="김태영" userId="8443cd8f-b258-4c7c-bbdd-a870d3924868" providerId="ADAL" clId="{1AF1C040-9443-4319-8A54-AB82E10D747E}" dt="2021-10-16T14:59:39.719" v="545" actId="47"/>
        <pc:sldMkLst>
          <pc:docMk/>
          <pc:sldMk cId="4183102399" sldId="265"/>
        </pc:sldMkLst>
        <pc:spChg chg="mod">
          <ac:chgData name="김태영" userId="8443cd8f-b258-4c7c-bbdd-a870d3924868" providerId="ADAL" clId="{1AF1C040-9443-4319-8A54-AB82E10D747E}" dt="2021-10-16T14:56:22.300" v="523" actId="20577"/>
          <ac:spMkLst>
            <pc:docMk/>
            <pc:sldMk cId="4183102399" sldId="265"/>
            <ac:spMk id="2" creationId="{00000000-0000-0000-0000-000000000000}"/>
          </ac:spMkLst>
        </pc:spChg>
        <pc:spChg chg="del">
          <ac:chgData name="김태영" userId="8443cd8f-b258-4c7c-bbdd-a870d3924868" providerId="ADAL" clId="{1AF1C040-9443-4319-8A54-AB82E10D747E}" dt="2021-10-16T14:56:17.682" v="519" actId="478"/>
          <ac:spMkLst>
            <pc:docMk/>
            <pc:sldMk cId="4183102399" sldId="265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4:56:17.682" v="519" actId="478"/>
          <ac:spMkLst>
            <pc:docMk/>
            <pc:sldMk cId="4183102399" sldId="265"/>
            <ac:spMk id="7" creationId="{79457D34-95BF-4368-AFB7-BF6308EA5F56}"/>
          </ac:spMkLst>
        </pc:spChg>
        <pc:spChg chg="add del">
          <ac:chgData name="김태영" userId="8443cd8f-b258-4c7c-bbdd-a870d3924868" providerId="ADAL" clId="{1AF1C040-9443-4319-8A54-AB82E10D747E}" dt="2021-10-16T14:56:24.457" v="525" actId="22"/>
          <ac:spMkLst>
            <pc:docMk/>
            <pc:sldMk cId="4183102399" sldId="265"/>
            <ac:spMk id="9" creationId="{A81B9B07-8EF4-4770-A996-5F86EF018019}"/>
          </ac:spMkLst>
        </pc:spChg>
        <pc:picChg chg="add del mod">
          <ac:chgData name="김태영" userId="8443cd8f-b258-4c7c-bbdd-a870d3924868" providerId="ADAL" clId="{1AF1C040-9443-4319-8A54-AB82E10D747E}" dt="2021-10-16T14:59:36.866" v="544" actId="478"/>
          <ac:picMkLst>
            <pc:docMk/>
            <pc:sldMk cId="4183102399" sldId="265"/>
            <ac:picMk id="4" creationId="{E5A6F338-12CB-4D96-90B7-41ECB0455E34}"/>
          </ac:picMkLst>
        </pc:picChg>
        <pc:picChg chg="del">
          <ac:chgData name="김태영" userId="8443cd8f-b258-4c7c-bbdd-a870d3924868" providerId="ADAL" clId="{1AF1C040-9443-4319-8A54-AB82E10D747E}" dt="2021-10-16T14:56:17.682" v="519" actId="478"/>
          <ac:picMkLst>
            <pc:docMk/>
            <pc:sldMk cId="4183102399" sldId="265"/>
            <ac:picMk id="5" creationId="{2C5AFE84-83C8-4300-A4B0-31A207960FEB}"/>
          </ac:picMkLst>
        </pc:picChg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4266958122" sldId="265"/>
        </pc:sldMkLst>
      </pc:sldChg>
      <pc:sldChg chg="addSp modSp add">
        <pc:chgData name="김태영" userId="8443cd8f-b258-4c7c-bbdd-a870d3924868" providerId="ADAL" clId="{1AF1C040-9443-4319-8A54-AB82E10D747E}" dt="2021-10-16T14:59:33.016" v="542"/>
        <pc:sldMkLst>
          <pc:docMk/>
          <pc:sldMk cId="4024574671" sldId="266"/>
        </pc:sldMkLst>
        <pc:picChg chg="add mod">
          <ac:chgData name="김태영" userId="8443cd8f-b258-4c7c-bbdd-a870d3924868" providerId="ADAL" clId="{1AF1C040-9443-4319-8A54-AB82E10D747E}" dt="2021-10-16T14:59:33.016" v="542"/>
          <ac:picMkLst>
            <pc:docMk/>
            <pc:sldMk cId="4024574671" sldId="266"/>
            <ac:picMk id="4" creationId="{FE06705C-6937-4EC9-BC7B-AA9A5202D9DC}"/>
          </ac:picMkLst>
        </pc:picChg>
        <pc:picChg chg="add mod">
          <ac:chgData name="김태영" userId="8443cd8f-b258-4c7c-bbdd-a870d3924868" providerId="ADAL" clId="{1AF1C040-9443-4319-8A54-AB82E10D747E}" dt="2021-10-16T14:59:33.016" v="542"/>
          <ac:picMkLst>
            <pc:docMk/>
            <pc:sldMk cId="4024574671" sldId="266"/>
            <ac:picMk id="5" creationId="{04E93E35-7F15-40DF-A398-C1626D4BCC36}"/>
          </ac:picMkLst>
        </pc:picChg>
      </pc:sldChg>
      <pc:sldChg chg="addSp delSp modSp add mod ord modNotesTx">
        <pc:chgData name="김태영" userId="8443cd8f-b258-4c7c-bbdd-a870d3924868" providerId="ADAL" clId="{1AF1C040-9443-4319-8A54-AB82E10D747E}" dt="2021-10-24T04:14:22.389" v="2819"/>
        <pc:sldMkLst>
          <pc:docMk/>
          <pc:sldMk cId="2420423440" sldId="267"/>
        </pc:sldMkLst>
        <pc:spChg chg="del">
          <ac:chgData name="김태영" userId="8443cd8f-b258-4c7c-bbdd-a870d3924868" providerId="ADAL" clId="{1AF1C040-9443-4319-8A54-AB82E10D747E}" dt="2021-10-16T15:49:56.593" v="2133" actId="478"/>
          <ac:spMkLst>
            <pc:docMk/>
            <pc:sldMk cId="2420423440" sldId="267"/>
            <ac:spMk id="6" creationId="{A439E9FE-44CC-453C-B50C-3E519E1212B8}"/>
          </ac:spMkLst>
        </pc:spChg>
        <pc:spChg chg="del">
          <ac:chgData name="김태영" userId="8443cd8f-b258-4c7c-bbdd-a870d3924868" providerId="ADAL" clId="{1AF1C040-9443-4319-8A54-AB82E10D747E}" dt="2021-10-16T15:49:55.030" v="2132" actId="478"/>
          <ac:spMkLst>
            <pc:docMk/>
            <pc:sldMk cId="2420423440" sldId="267"/>
            <ac:spMk id="8" creationId="{590C1DD8-86E4-4048-9358-C4493D39D8AE}"/>
          </ac:spMkLst>
        </pc:spChg>
        <pc:spChg chg="add mod">
          <ac:chgData name="김태영" userId="8443cd8f-b258-4c7c-bbdd-a870d3924868" providerId="ADAL" clId="{1AF1C040-9443-4319-8A54-AB82E10D747E}" dt="2021-10-16T15:50:55.040" v="2139" actId="1076"/>
          <ac:spMkLst>
            <pc:docMk/>
            <pc:sldMk cId="2420423440" sldId="267"/>
            <ac:spMk id="9" creationId="{1006641A-8676-47DD-A5B4-B0B075C5102D}"/>
          </ac:spMkLst>
        </pc:spChg>
        <pc:spChg chg="add mod">
          <ac:chgData name="김태영" userId="8443cd8f-b258-4c7c-bbdd-a870d3924868" providerId="ADAL" clId="{1AF1C040-9443-4319-8A54-AB82E10D747E}" dt="2021-10-16T15:53:01.593" v="2146" actId="1076"/>
          <ac:spMkLst>
            <pc:docMk/>
            <pc:sldMk cId="2420423440" sldId="267"/>
            <ac:spMk id="11" creationId="{541BBACE-8B69-4A19-8032-913BC3382EFF}"/>
          </ac:spMkLst>
        </pc:spChg>
        <pc:spChg chg="add mod">
          <ac:chgData name="김태영" userId="8443cd8f-b258-4c7c-bbdd-a870d3924868" providerId="ADAL" clId="{1AF1C040-9443-4319-8A54-AB82E10D747E}" dt="2021-10-16T15:53:04.632" v="2148" actId="1076"/>
          <ac:spMkLst>
            <pc:docMk/>
            <pc:sldMk cId="2420423440" sldId="267"/>
            <ac:spMk id="13" creationId="{5A2B0E13-FCCD-4AF7-9253-5D31431EC7C4}"/>
          </ac:spMkLst>
        </pc:spChg>
        <pc:picChg chg="del">
          <ac:chgData name="김태영" userId="8443cd8f-b258-4c7c-bbdd-a870d3924868" providerId="ADAL" clId="{1AF1C040-9443-4319-8A54-AB82E10D747E}" dt="2021-10-16T15:49:53.530" v="2131" actId="478"/>
          <ac:picMkLst>
            <pc:docMk/>
            <pc:sldMk cId="2420423440" sldId="267"/>
            <ac:picMk id="4" creationId="{18C3B1B2-6F83-46C6-86DD-15FC4D74A82F}"/>
          </ac:picMkLst>
        </pc:picChg>
        <pc:picChg chg="add mod">
          <ac:chgData name="김태영" userId="8443cd8f-b258-4c7c-bbdd-a870d3924868" providerId="ADAL" clId="{1AF1C040-9443-4319-8A54-AB82E10D747E}" dt="2021-10-16T15:50:52.858" v="2138" actId="1076"/>
          <ac:picMkLst>
            <pc:docMk/>
            <pc:sldMk cId="2420423440" sldId="267"/>
            <ac:picMk id="5" creationId="{D8C0FEAF-AFDE-4440-8121-ED9B8BE23E68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16T16:05:17.773" v="2652" actId="20577"/>
        <pc:sldMkLst>
          <pc:docMk/>
          <pc:sldMk cId="3171748733" sldId="268"/>
        </pc:sldMkLst>
        <pc:spChg chg="del">
          <ac:chgData name="김태영" userId="8443cd8f-b258-4c7c-bbdd-a870d3924868" providerId="ADAL" clId="{1AF1C040-9443-4319-8A54-AB82E10D747E}" dt="2021-10-16T15:59:50.917" v="2154" actId="478"/>
          <ac:spMkLst>
            <pc:docMk/>
            <pc:sldMk cId="3171748733" sldId="268"/>
            <ac:spMk id="2" creationId="{00000000-0000-0000-0000-000000000000}"/>
          </ac:spMkLst>
        </pc:spChg>
        <pc:spChg chg="del">
          <ac:chgData name="김태영" userId="8443cd8f-b258-4c7c-bbdd-a870d3924868" providerId="ADAL" clId="{1AF1C040-9443-4319-8A54-AB82E10D747E}" dt="2021-10-16T15:59:50.917" v="2154" actId="478"/>
          <ac:spMkLst>
            <pc:docMk/>
            <pc:sldMk cId="3171748733" sldId="268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6:00:05.934" v="2200" actId="20577"/>
          <ac:spMkLst>
            <pc:docMk/>
            <pc:sldMk cId="3171748733" sldId="268"/>
            <ac:spMk id="5" creationId="{E2F63A65-44A4-4B5E-A9A1-7885F51D0E54}"/>
          </ac:spMkLst>
        </pc:spChg>
        <pc:spChg chg="add mod">
          <ac:chgData name="김태영" userId="8443cd8f-b258-4c7c-bbdd-a870d3924868" providerId="ADAL" clId="{1AF1C040-9443-4319-8A54-AB82E10D747E}" dt="2021-10-16T16:02:08.069" v="2610" actId="20577"/>
          <ac:spMkLst>
            <pc:docMk/>
            <pc:sldMk cId="3171748733" sldId="268"/>
            <ac:spMk id="8" creationId="{1551B263-9CAA-45A2-9BC3-7B83B2279CEA}"/>
          </ac:spMkLst>
        </pc:spChg>
        <pc:picChg chg="del">
          <ac:chgData name="김태영" userId="8443cd8f-b258-4c7c-bbdd-a870d3924868" providerId="ADAL" clId="{1AF1C040-9443-4319-8A54-AB82E10D747E}" dt="2021-10-16T15:59:50.917" v="2154" actId="478"/>
          <ac:picMkLst>
            <pc:docMk/>
            <pc:sldMk cId="3171748733" sldId="268"/>
            <ac:picMk id="7" creationId="{9941AADA-132D-4E13-A5A8-E7534EEE2C8F}"/>
          </ac:picMkLst>
        </pc:picChg>
      </pc:sldChg>
      <pc:sldChg chg="addSp delSp modSp add del mod">
        <pc:chgData name="김태영" userId="8443cd8f-b258-4c7c-bbdd-a870d3924868" providerId="ADAL" clId="{1AF1C040-9443-4319-8A54-AB82E10D747E}" dt="2021-10-16T16:07:58.060" v="2660" actId="1076"/>
        <pc:sldMkLst>
          <pc:docMk/>
          <pc:sldMk cId="3667771352" sldId="269"/>
        </pc:sldMkLst>
        <pc:spChg chg="add del mod">
          <ac:chgData name="김태영" userId="8443cd8f-b258-4c7c-bbdd-a870d3924868" providerId="ADAL" clId="{1AF1C040-9443-4319-8A54-AB82E10D747E}" dt="2021-10-16T16:07:08.285" v="2656" actId="478"/>
          <ac:spMkLst>
            <pc:docMk/>
            <pc:sldMk cId="3667771352" sldId="269"/>
            <ac:spMk id="3" creationId="{08E488F8-AB08-4F0E-988F-07458DFDAA2D}"/>
          </ac:spMkLst>
        </pc:spChg>
        <pc:spChg chg="mod">
          <ac:chgData name="김태영" userId="8443cd8f-b258-4c7c-bbdd-a870d3924868" providerId="ADAL" clId="{1AF1C040-9443-4319-8A54-AB82E10D747E}" dt="2021-10-16T16:02:22.401" v="2636" actId="20577"/>
          <ac:spMkLst>
            <pc:docMk/>
            <pc:sldMk cId="3667771352" sldId="269"/>
            <ac:spMk id="5" creationId="{E2F63A65-44A4-4B5E-A9A1-7885F51D0E54}"/>
          </ac:spMkLst>
        </pc:spChg>
        <pc:spChg chg="add mod">
          <ac:chgData name="김태영" userId="8443cd8f-b258-4c7c-bbdd-a870d3924868" providerId="ADAL" clId="{1AF1C040-9443-4319-8A54-AB82E10D747E}" dt="2021-10-16T16:07:44.975" v="2658" actId="1076"/>
          <ac:spMkLst>
            <pc:docMk/>
            <pc:sldMk cId="3667771352" sldId="269"/>
            <ac:spMk id="7" creationId="{76CE089B-6598-4C48-B503-E74A3D8CA7F4}"/>
          </ac:spMkLst>
        </pc:spChg>
        <pc:spChg chg="del">
          <ac:chgData name="김태영" userId="8443cd8f-b258-4c7c-bbdd-a870d3924868" providerId="ADAL" clId="{1AF1C040-9443-4319-8A54-AB82E10D747E}" dt="2021-10-16T16:06:55.153" v="2653" actId="478"/>
          <ac:spMkLst>
            <pc:docMk/>
            <pc:sldMk cId="3667771352" sldId="269"/>
            <ac:spMk id="8" creationId="{1551B263-9CAA-45A2-9BC3-7B83B2279CEA}"/>
          </ac:spMkLst>
        </pc:spChg>
        <pc:spChg chg="add mod">
          <ac:chgData name="김태영" userId="8443cd8f-b258-4c7c-bbdd-a870d3924868" providerId="ADAL" clId="{1AF1C040-9443-4319-8A54-AB82E10D747E}" dt="2021-10-16T16:07:58.060" v="2660" actId="1076"/>
          <ac:spMkLst>
            <pc:docMk/>
            <pc:sldMk cId="3667771352" sldId="269"/>
            <ac:spMk id="9" creationId="{D791B285-6201-40B1-AAFE-7D65AE11C750}"/>
          </ac:spMkLst>
        </pc:spChg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1718267691" sldId="270"/>
        </pc:sldMkLst>
      </pc:sldChg>
      <pc:sldChg chg="add">
        <pc:chgData name="김태영" userId="8443cd8f-b258-4c7c-bbdd-a870d3924868" providerId="ADAL" clId="{1AF1C040-9443-4319-8A54-AB82E10D747E}" dt="2021-10-23T16:52:38.339" v="2661"/>
        <pc:sldMkLst>
          <pc:docMk/>
          <pc:sldMk cId="529763834" sldId="271"/>
        </pc:sldMkLst>
      </pc:sldChg>
      <pc:sldChg chg="add">
        <pc:chgData name="김태영" userId="8443cd8f-b258-4c7c-bbdd-a870d3924868" providerId="ADAL" clId="{1AF1C040-9443-4319-8A54-AB82E10D747E}" dt="2021-10-23T16:52:38.339" v="2661"/>
        <pc:sldMkLst>
          <pc:docMk/>
          <pc:sldMk cId="2602325718" sldId="272"/>
        </pc:sldMkLst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215976437" sldId="273"/>
        </pc:sldMkLst>
      </pc:sldChg>
      <pc:sldChg chg="addSp delSp modSp add mod ord">
        <pc:chgData name="김태영" userId="8443cd8f-b258-4c7c-bbdd-a870d3924868" providerId="ADAL" clId="{1AF1C040-9443-4319-8A54-AB82E10D747E}" dt="2021-10-24T11:44:09.729" v="20904" actId="1076"/>
        <pc:sldMkLst>
          <pc:docMk/>
          <pc:sldMk cId="1373877919" sldId="274"/>
        </pc:sldMkLst>
        <pc:spChg chg="del">
          <ac:chgData name="김태영" userId="8443cd8f-b258-4c7c-bbdd-a870d3924868" providerId="ADAL" clId="{1AF1C040-9443-4319-8A54-AB82E10D747E}" dt="2021-10-24T11:43:33.859" v="20882" actId="478"/>
          <ac:spMkLst>
            <pc:docMk/>
            <pc:sldMk cId="1373877919" sldId="274"/>
            <ac:spMk id="3" creationId="{9AC5D99C-747A-4109-9928-21CBA3C4471D}"/>
          </ac:spMkLst>
        </pc:spChg>
        <pc:spChg chg="add mod">
          <ac:chgData name="김태영" userId="8443cd8f-b258-4c7c-bbdd-a870d3924868" providerId="ADAL" clId="{1AF1C040-9443-4319-8A54-AB82E10D747E}" dt="2021-10-24T11:44:09.729" v="20904" actId="1076"/>
          <ac:spMkLst>
            <pc:docMk/>
            <pc:sldMk cId="1373877919" sldId="274"/>
            <ac:spMk id="7" creationId="{6E955368-3296-4080-8D98-037FF9F862D2}"/>
          </ac:spMkLst>
        </pc:spChg>
        <pc:spChg chg="del">
          <ac:chgData name="김태영" userId="8443cd8f-b258-4c7c-bbdd-a870d3924868" providerId="ADAL" clId="{1AF1C040-9443-4319-8A54-AB82E10D747E}" dt="2021-10-24T11:43:33.859" v="20882" actId="478"/>
          <ac:spMkLst>
            <pc:docMk/>
            <pc:sldMk cId="1373877919" sldId="274"/>
            <ac:spMk id="41" creationId="{4FD2D8B8-D718-4F6F-A048-D81FF4BE3DA0}"/>
          </ac:spMkLst>
        </pc:spChg>
        <pc:cxnChg chg="del mod">
          <ac:chgData name="김태영" userId="8443cd8f-b258-4c7c-bbdd-a870d3924868" providerId="ADAL" clId="{1AF1C040-9443-4319-8A54-AB82E10D747E}" dt="2021-10-24T11:18:58.896" v="18900" actId="478"/>
          <ac:cxnSpMkLst>
            <pc:docMk/>
            <pc:sldMk cId="1373877919" sldId="274"/>
            <ac:cxnSpMk id="6" creationId="{DF56F183-9B09-48BA-BF2F-14C52941FBDC}"/>
          </ac:cxnSpMkLst>
        </pc:cxnChg>
      </pc:sldChg>
      <pc:sldChg chg="delSp modSp add mod ord">
        <pc:chgData name="김태영" userId="8443cd8f-b258-4c7c-bbdd-a870d3924868" providerId="ADAL" clId="{1AF1C040-9443-4319-8A54-AB82E10D747E}" dt="2021-10-23T16:55:18.379" v="2709" actId="1076"/>
        <pc:sldMkLst>
          <pc:docMk/>
          <pc:sldMk cId="1181351082" sldId="275"/>
        </pc:sldMkLst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" creationId="{3C8AA3D3-B227-4E85-9002-AFE1B237C529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2" creationId="{BDCE4CAD-780C-494B-87F4-E9A712AE2E37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5" creationId="{EB1C1D80-F7C7-412F-BACF-AB4F9179727A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28" creationId="{C0F077F7-63B3-4A07-9FDE-7EA207F9AC63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4" creationId="{C8A67095-0AA5-42E2-A10E-1419981C7945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7" creationId="{4170F4F9-D369-4A9C-8DFD-C656430AF05B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8" creationId="{716E6BA2-B57F-4DE4-8292-7FBA69D9749B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39" creationId="{ECD115A5-9AD9-458E-B1DA-D8331A08C7B4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40" creationId="{7442EB16-D593-42B1-B6FD-3FA1DFFAF4F3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41" creationId="{4FD2D8B8-D718-4F6F-A048-D81FF4BE3DA0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42" creationId="{8C95ED67-7114-4CDD-80C6-CFEA57FA4815}"/>
          </ac:spMkLst>
        </pc:spChg>
        <pc:cxnChg chg="mod">
          <ac:chgData name="김태영" userId="8443cd8f-b258-4c7c-bbdd-a870d3924868" providerId="ADAL" clId="{1AF1C040-9443-4319-8A54-AB82E10D747E}" dt="2021-10-23T16:55:18.379" v="2709" actId="1076"/>
          <ac:cxnSpMkLst>
            <pc:docMk/>
            <pc:sldMk cId="1181351082" sldId="275"/>
            <ac:cxnSpMk id="6" creationId="{DF56F183-9B09-48BA-BF2F-14C52941FBDC}"/>
          </ac:cxnSpMkLst>
        </pc:cxnChg>
      </pc:sldChg>
      <pc:sldChg chg="addSp modSp add mod modNotesTx">
        <pc:chgData name="김태영" userId="8443cd8f-b258-4c7c-bbdd-a870d3924868" providerId="ADAL" clId="{1AF1C040-9443-4319-8A54-AB82E10D747E}" dt="2021-10-24T04:34:40.271" v="4029" actId="20577"/>
        <pc:sldMkLst>
          <pc:docMk/>
          <pc:sldMk cId="1905737608" sldId="276"/>
        </pc:sldMkLst>
        <pc:spChg chg="add mod">
          <ac:chgData name="김태영" userId="8443cd8f-b258-4c7c-bbdd-a870d3924868" providerId="ADAL" clId="{1AF1C040-9443-4319-8A54-AB82E10D747E}" dt="2021-10-24T04:26:47.695" v="3533" actId="20577"/>
          <ac:spMkLst>
            <pc:docMk/>
            <pc:sldMk cId="1905737608" sldId="276"/>
            <ac:spMk id="7" creationId="{EBBD856E-6BCE-4D6F-8BAA-232F747DC314}"/>
          </ac:spMkLst>
        </pc:spChg>
      </pc:sldChg>
      <pc:sldChg chg="addSp delSp modSp add mod ord modNotesTx">
        <pc:chgData name="김태영" userId="8443cd8f-b258-4c7c-bbdd-a870d3924868" providerId="ADAL" clId="{1AF1C040-9443-4319-8A54-AB82E10D747E}" dt="2021-10-24T05:05:16.011" v="4904" actId="571"/>
        <pc:sldMkLst>
          <pc:docMk/>
          <pc:sldMk cId="2813494908" sldId="277"/>
        </pc:sldMkLst>
        <pc:spChg chg="mod">
          <ac:chgData name="김태영" userId="8443cd8f-b258-4c7c-bbdd-a870d3924868" providerId="ADAL" clId="{1AF1C040-9443-4319-8A54-AB82E10D747E}" dt="2021-10-24T04:34:53.985" v="4033" actId="20577"/>
          <ac:spMkLst>
            <pc:docMk/>
            <pc:sldMk cId="2813494908" sldId="277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4T04:02:38.862" v="2762" actId="1076"/>
          <ac:spMkLst>
            <pc:docMk/>
            <pc:sldMk cId="2813494908" sldId="277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4T03:59:45.655" v="2732" actId="478"/>
          <ac:spMkLst>
            <pc:docMk/>
            <pc:sldMk cId="2813494908" sldId="277"/>
            <ac:spMk id="7" creationId="{EBBD856E-6BCE-4D6F-8BAA-232F747DC314}"/>
          </ac:spMkLst>
        </pc:spChg>
        <pc:spChg chg="add del mod">
          <ac:chgData name="김태영" userId="8443cd8f-b258-4c7c-bbdd-a870d3924868" providerId="ADAL" clId="{1AF1C040-9443-4319-8A54-AB82E10D747E}" dt="2021-10-24T04:53:01.806" v="4619" actId="478"/>
          <ac:spMkLst>
            <pc:docMk/>
            <pc:sldMk cId="2813494908" sldId="277"/>
            <ac:spMk id="9" creationId="{2D963827-33BF-4A32-9DCC-CD567C1DF5FB}"/>
          </ac:spMkLst>
        </pc:spChg>
        <pc:spChg chg="add mod">
          <ac:chgData name="김태영" userId="8443cd8f-b258-4c7c-bbdd-a870d3924868" providerId="ADAL" clId="{1AF1C040-9443-4319-8A54-AB82E10D747E}" dt="2021-10-24T04:53:07.169" v="4620" actId="1076"/>
          <ac:spMkLst>
            <pc:docMk/>
            <pc:sldMk cId="2813494908" sldId="277"/>
            <ac:spMk id="10" creationId="{AC677BE4-B7DA-47E6-BB55-E645D6A1F5D9}"/>
          </ac:spMkLst>
        </pc:spChg>
        <pc:spChg chg="add mod">
          <ac:chgData name="김태영" userId="8443cd8f-b258-4c7c-bbdd-a870d3924868" providerId="ADAL" clId="{1AF1C040-9443-4319-8A54-AB82E10D747E}" dt="2021-10-24T05:05:09.675" v="4902" actId="1076"/>
          <ac:spMkLst>
            <pc:docMk/>
            <pc:sldMk cId="2813494908" sldId="277"/>
            <ac:spMk id="11" creationId="{615C0517-5C02-40E3-B296-E2127F824809}"/>
          </ac:spMkLst>
        </pc:spChg>
        <pc:spChg chg="add mod">
          <ac:chgData name="김태영" userId="8443cd8f-b258-4c7c-bbdd-a870d3924868" providerId="ADAL" clId="{1AF1C040-9443-4319-8A54-AB82E10D747E}" dt="2021-10-24T05:05:16.011" v="4904" actId="571"/>
          <ac:spMkLst>
            <pc:docMk/>
            <pc:sldMk cId="2813494908" sldId="277"/>
            <ac:spMk id="12" creationId="{ECFF3940-FF0D-465C-B161-56040D28FFB5}"/>
          </ac:spMkLst>
        </pc:spChg>
        <pc:spChg chg="mod">
          <ac:chgData name="김태영" userId="8443cd8f-b258-4c7c-bbdd-a870d3924868" providerId="ADAL" clId="{1AF1C040-9443-4319-8A54-AB82E10D747E}" dt="2021-10-24T04:02:42.122" v="2765" actId="1076"/>
          <ac:spMkLst>
            <pc:docMk/>
            <pc:sldMk cId="2813494908" sldId="277"/>
            <ac:spMk id="41" creationId="{4FD2D8B8-D718-4F6F-A048-D81FF4BE3DA0}"/>
          </ac:spMkLst>
        </pc:spChg>
        <pc:picChg chg="add mod">
          <ac:chgData name="김태영" userId="8443cd8f-b258-4c7c-bbdd-a870d3924868" providerId="ADAL" clId="{1AF1C040-9443-4319-8A54-AB82E10D747E}" dt="2021-10-24T04:53:07.169" v="4620" actId="1076"/>
          <ac:picMkLst>
            <pc:docMk/>
            <pc:sldMk cId="2813494908" sldId="277"/>
            <ac:picMk id="8" creationId="{93BFE069-F958-4E9B-8EC9-CD418F3A41C2}"/>
          </ac:picMkLst>
        </pc:picChg>
      </pc:sldChg>
      <pc:sldChg chg="addSp delSp modSp add mod addCm delCm modNotesTx">
        <pc:chgData name="김태영" userId="8443cd8f-b258-4c7c-bbdd-a870d3924868" providerId="ADAL" clId="{1AF1C040-9443-4319-8A54-AB82E10D747E}" dt="2021-10-24T05:29:18.741" v="5751" actId="21"/>
        <pc:sldMkLst>
          <pc:docMk/>
          <pc:sldMk cId="3087930133" sldId="278"/>
        </pc:sldMkLst>
        <pc:spChg chg="add del mod">
          <ac:chgData name="김태영" userId="8443cd8f-b258-4c7c-bbdd-a870d3924868" providerId="ADAL" clId="{1AF1C040-9443-4319-8A54-AB82E10D747E}" dt="2021-10-24T05:05:22.697" v="4906"/>
          <ac:spMkLst>
            <pc:docMk/>
            <pc:sldMk cId="3087930133" sldId="278"/>
            <ac:spMk id="9" creationId="{3F2721B1-378F-4B1E-BC2A-E698A5B2B4AF}"/>
          </ac:spMkLst>
        </pc:spChg>
        <pc:spChg chg="del mod">
          <ac:chgData name="김태영" userId="8443cd8f-b258-4c7c-bbdd-a870d3924868" providerId="ADAL" clId="{1AF1C040-9443-4319-8A54-AB82E10D747E}" dt="2021-10-24T05:05:56.312" v="4932" actId="478"/>
          <ac:spMkLst>
            <pc:docMk/>
            <pc:sldMk cId="3087930133" sldId="278"/>
            <ac:spMk id="11" creationId="{615C0517-5C02-40E3-B296-E2127F824809}"/>
          </ac:spMkLst>
        </pc:spChg>
        <pc:spChg chg="add mod">
          <ac:chgData name="김태영" userId="8443cd8f-b258-4c7c-bbdd-a870d3924868" providerId="ADAL" clId="{1AF1C040-9443-4319-8A54-AB82E10D747E}" dt="2021-10-24T05:24:17.623" v="5709" actId="20577"/>
          <ac:spMkLst>
            <pc:docMk/>
            <pc:sldMk cId="3087930133" sldId="278"/>
            <ac:spMk id="12" creationId="{9F1DF404-DFBE-487D-8313-CF2FD6A8B20F}"/>
          </ac:spMkLst>
        </pc:spChg>
        <pc:spChg chg="add del mod">
          <ac:chgData name="김태영" userId="8443cd8f-b258-4c7c-bbdd-a870d3924868" providerId="ADAL" clId="{1AF1C040-9443-4319-8A54-AB82E10D747E}" dt="2021-10-24T05:29:18.741" v="5751" actId="21"/>
          <ac:spMkLst>
            <pc:docMk/>
            <pc:sldMk cId="3087930133" sldId="278"/>
            <ac:spMk id="13" creationId="{1D5E43DE-1ECE-4F4C-B3E3-F062F4B44725}"/>
          </ac:spMkLst>
        </pc:spChg>
      </pc:sldChg>
      <pc:sldChg chg="addSp delSp modSp add del mod modNotesTx">
        <pc:chgData name="김태영" userId="8443cd8f-b258-4c7c-bbdd-a870d3924868" providerId="ADAL" clId="{1AF1C040-9443-4319-8A54-AB82E10D747E}" dt="2021-10-24T05:57:25.375" v="7210" actId="20577"/>
        <pc:sldMkLst>
          <pc:docMk/>
          <pc:sldMk cId="2842231967" sldId="279"/>
        </pc:sldMkLst>
        <pc:spChg chg="add del mod">
          <ac:chgData name="김태영" userId="8443cd8f-b258-4c7c-bbdd-a870d3924868" providerId="ADAL" clId="{1AF1C040-9443-4319-8A54-AB82E10D747E}" dt="2021-10-24T05:25:40.078" v="5714" actId="478"/>
          <ac:spMkLst>
            <pc:docMk/>
            <pc:sldMk cId="2842231967" sldId="279"/>
            <ac:spMk id="7" creationId="{0D3EC25D-AE56-4A68-A80C-824D0DB38CCA}"/>
          </ac:spMkLst>
        </pc:spChg>
        <pc:spChg chg="del">
          <ac:chgData name="김태영" userId="8443cd8f-b258-4c7c-bbdd-a870d3924868" providerId="ADAL" clId="{1AF1C040-9443-4319-8A54-AB82E10D747E}" dt="2021-10-24T05:25:43.606" v="5716" actId="478"/>
          <ac:spMkLst>
            <pc:docMk/>
            <pc:sldMk cId="2842231967" sldId="279"/>
            <ac:spMk id="10" creationId="{AC677BE4-B7DA-47E6-BB55-E645D6A1F5D9}"/>
          </ac:spMkLst>
        </pc:spChg>
        <pc:spChg chg="mod">
          <ac:chgData name="김태영" userId="8443cd8f-b258-4c7c-bbdd-a870d3924868" providerId="ADAL" clId="{1AF1C040-9443-4319-8A54-AB82E10D747E}" dt="2021-10-24T05:39:25.977" v="6177"/>
          <ac:spMkLst>
            <pc:docMk/>
            <pc:sldMk cId="2842231967" sldId="279"/>
            <ac:spMk id="12" creationId="{9F1DF404-DFBE-487D-8313-CF2FD6A8B20F}"/>
          </ac:spMkLst>
        </pc:spChg>
        <pc:spChg chg="add mod">
          <ac:chgData name="김태영" userId="8443cd8f-b258-4c7c-bbdd-a870d3924868" providerId="ADAL" clId="{1AF1C040-9443-4319-8A54-AB82E10D747E}" dt="2021-10-24T05:28:21.878" v="5739" actId="1076"/>
          <ac:spMkLst>
            <pc:docMk/>
            <pc:sldMk cId="2842231967" sldId="279"/>
            <ac:spMk id="14" creationId="{9B12D63C-81CC-4692-81C6-587D9BE574B3}"/>
          </ac:spMkLst>
        </pc:spChg>
        <pc:spChg chg="add del mod">
          <ac:chgData name="김태영" userId="8443cd8f-b258-4c7c-bbdd-a870d3924868" providerId="ADAL" clId="{1AF1C040-9443-4319-8A54-AB82E10D747E}" dt="2021-10-24T05:34:22.319" v="5771"/>
          <ac:spMkLst>
            <pc:docMk/>
            <pc:sldMk cId="2842231967" sldId="279"/>
            <ac:spMk id="15" creationId="{657F27D2-8A72-4F67-A5A2-A43B5E36C462}"/>
          </ac:spMkLst>
        </pc:spChg>
        <pc:spChg chg="add del mod">
          <ac:chgData name="김태영" userId="8443cd8f-b258-4c7c-bbdd-a870d3924868" providerId="ADAL" clId="{1AF1C040-9443-4319-8A54-AB82E10D747E}" dt="2021-10-24T05:29:31.776" v="5758"/>
          <ac:spMkLst>
            <pc:docMk/>
            <pc:sldMk cId="2842231967" sldId="279"/>
            <ac:spMk id="16" creationId="{47AF6A10-0785-40A3-99DE-20F51C992ADD}"/>
          </ac:spMkLst>
        </pc:spChg>
        <pc:spChg chg="add mod">
          <ac:chgData name="김태영" userId="8443cd8f-b258-4c7c-bbdd-a870d3924868" providerId="ADAL" clId="{1AF1C040-9443-4319-8A54-AB82E10D747E}" dt="2021-10-24T05:40:37.217" v="6391" actId="1035"/>
          <ac:spMkLst>
            <pc:docMk/>
            <pc:sldMk cId="2842231967" sldId="279"/>
            <ac:spMk id="17" creationId="{9714A4E0-1670-4FFC-9583-5C85E733EC0E}"/>
          </ac:spMkLst>
        </pc:spChg>
        <pc:spChg chg="add mod">
          <ac:chgData name="김태영" userId="8443cd8f-b258-4c7c-bbdd-a870d3924868" providerId="ADAL" clId="{1AF1C040-9443-4319-8A54-AB82E10D747E}" dt="2021-10-24T05:40:37.217" v="6391" actId="1035"/>
          <ac:spMkLst>
            <pc:docMk/>
            <pc:sldMk cId="2842231967" sldId="279"/>
            <ac:spMk id="19" creationId="{34994A76-578C-44AE-B0DB-D2113F31E102}"/>
          </ac:spMkLst>
        </pc:spChg>
        <pc:spChg chg="add mod">
          <ac:chgData name="김태영" userId="8443cd8f-b258-4c7c-bbdd-a870d3924868" providerId="ADAL" clId="{1AF1C040-9443-4319-8A54-AB82E10D747E}" dt="2021-10-24T05:56:01.803" v="7023" actId="571"/>
          <ac:spMkLst>
            <pc:docMk/>
            <pc:sldMk cId="2842231967" sldId="279"/>
            <ac:spMk id="20" creationId="{EEA481F2-F373-4884-B57B-B0EA622F4714}"/>
          </ac:spMkLst>
        </pc:spChg>
        <pc:spChg chg="add mod">
          <ac:chgData name="김태영" userId="8443cd8f-b258-4c7c-bbdd-a870d3924868" providerId="ADAL" clId="{1AF1C040-9443-4319-8A54-AB82E10D747E}" dt="2021-10-24T05:56:41.173" v="7033" actId="207"/>
          <ac:spMkLst>
            <pc:docMk/>
            <pc:sldMk cId="2842231967" sldId="279"/>
            <ac:spMk id="21" creationId="{25B34BD1-E11B-43D7-87A0-C26C16A3880C}"/>
          </ac:spMkLst>
        </pc:spChg>
        <pc:picChg chg="add del mod">
          <ac:chgData name="김태영" userId="8443cd8f-b258-4c7c-bbdd-a870d3924868" providerId="ADAL" clId="{1AF1C040-9443-4319-8A54-AB82E10D747E}" dt="2021-10-24T05:27:11.272" v="5722" actId="478"/>
          <ac:picMkLst>
            <pc:docMk/>
            <pc:sldMk cId="2842231967" sldId="279"/>
            <ac:picMk id="5" creationId="{5573B8BA-D866-431D-8B9A-6B4B34817B2D}"/>
          </ac:picMkLst>
        </pc:picChg>
        <pc:picChg chg="del">
          <ac:chgData name="김태영" userId="8443cd8f-b258-4c7c-bbdd-a870d3924868" providerId="ADAL" clId="{1AF1C040-9443-4319-8A54-AB82E10D747E}" dt="2021-10-24T05:25:41.115" v="5715" actId="478"/>
          <ac:picMkLst>
            <pc:docMk/>
            <pc:sldMk cId="2842231967" sldId="279"/>
            <ac:picMk id="8" creationId="{93BFE069-F958-4E9B-8EC9-CD418F3A41C2}"/>
          </ac:picMkLst>
        </pc:picChg>
        <pc:picChg chg="add mod">
          <ac:chgData name="김태영" userId="8443cd8f-b258-4c7c-bbdd-a870d3924868" providerId="ADAL" clId="{1AF1C040-9443-4319-8A54-AB82E10D747E}" dt="2021-10-24T05:38:44.015" v="6170" actId="1076"/>
          <ac:picMkLst>
            <pc:docMk/>
            <pc:sldMk cId="2842231967" sldId="279"/>
            <ac:picMk id="2050" creationId="{CF3BA8CC-F0C1-496C-A4F0-B537BDDB5F79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8:51:19.454" v="10451" actId="1076"/>
        <pc:sldMkLst>
          <pc:docMk/>
          <pc:sldMk cId="2817131801" sldId="280"/>
        </pc:sldMkLst>
        <pc:spChg chg="mod">
          <ac:chgData name="김태영" userId="8443cd8f-b258-4c7c-bbdd-a870d3924868" providerId="ADAL" clId="{1AF1C040-9443-4319-8A54-AB82E10D747E}" dt="2021-10-24T05:57:40.454" v="7243" actId="20577"/>
          <ac:spMkLst>
            <pc:docMk/>
            <pc:sldMk cId="2817131801" sldId="280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4T05:57:38.305" v="7241" actId="20577"/>
          <ac:spMkLst>
            <pc:docMk/>
            <pc:sldMk cId="2817131801" sldId="280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4T05:57:46.295" v="7246" actId="478"/>
          <ac:spMkLst>
            <pc:docMk/>
            <pc:sldMk cId="2817131801" sldId="280"/>
            <ac:spMk id="12" creationId="{9F1DF404-DFBE-487D-8313-CF2FD6A8B20F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4" creationId="{9B12D63C-81CC-4692-81C6-587D9BE574B3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7" creationId="{9714A4E0-1670-4FFC-9583-5C85E733EC0E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9" creationId="{34994A76-578C-44AE-B0DB-D2113F31E102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20" creationId="{EEA481F2-F373-4884-B57B-B0EA622F4714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21" creationId="{25B34BD1-E11B-43D7-87A0-C26C16A3880C}"/>
          </ac:spMkLst>
        </pc:spChg>
        <pc:spChg chg="add mod">
          <ac:chgData name="김태영" userId="8443cd8f-b258-4c7c-bbdd-a870d3924868" providerId="ADAL" clId="{1AF1C040-9443-4319-8A54-AB82E10D747E}" dt="2021-10-24T08:45:11.269" v="9490" actId="1076"/>
          <ac:spMkLst>
            <pc:docMk/>
            <pc:sldMk cId="2817131801" sldId="280"/>
            <ac:spMk id="22" creationId="{A007774F-9852-408C-9E11-E8D95F5B9B9C}"/>
          </ac:spMkLst>
        </pc:spChg>
        <pc:spChg chg="add mod">
          <ac:chgData name="김태영" userId="8443cd8f-b258-4c7c-bbdd-a870d3924868" providerId="ADAL" clId="{1AF1C040-9443-4319-8A54-AB82E10D747E}" dt="2021-10-24T08:51:19.454" v="10451" actId="1076"/>
          <ac:spMkLst>
            <pc:docMk/>
            <pc:sldMk cId="2817131801" sldId="280"/>
            <ac:spMk id="23" creationId="{6263C40C-5BBB-4E96-BA65-D98728CA070E}"/>
          </ac:spMkLst>
        </pc:spChg>
        <pc:picChg chg="add mod">
          <ac:chgData name="김태영" userId="8443cd8f-b258-4c7c-bbdd-a870d3924868" providerId="ADAL" clId="{1AF1C040-9443-4319-8A54-AB82E10D747E}" dt="2021-10-24T06:58:45.705" v="7248" actId="1076"/>
          <ac:picMkLst>
            <pc:docMk/>
            <pc:sldMk cId="2817131801" sldId="280"/>
            <ac:picMk id="5" creationId="{124EB087-84D0-44C5-8C4B-5B109EA35EF9}"/>
          </ac:picMkLst>
        </pc:picChg>
        <pc:picChg chg="add mod">
          <ac:chgData name="김태영" userId="8443cd8f-b258-4c7c-bbdd-a870d3924868" providerId="ADAL" clId="{1AF1C040-9443-4319-8A54-AB82E10D747E}" dt="2021-10-24T06:59:50.295" v="7251" actId="1076"/>
          <ac:picMkLst>
            <pc:docMk/>
            <pc:sldMk cId="2817131801" sldId="280"/>
            <ac:picMk id="8" creationId="{4A92F3B8-11D7-4400-806B-C1B852F2D6E8}"/>
          </ac:picMkLst>
        </pc:picChg>
        <pc:picChg chg="add mod">
          <ac:chgData name="김태영" userId="8443cd8f-b258-4c7c-bbdd-a870d3924868" providerId="ADAL" clId="{1AF1C040-9443-4319-8A54-AB82E10D747E}" dt="2021-10-24T06:59:54.980" v="7253" actId="1076"/>
          <ac:picMkLst>
            <pc:docMk/>
            <pc:sldMk cId="2817131801" sldId="280"/>
            <ac:picMk id="10" creationId="{0DEB16BE-87AB-40C2-8822-7286F754749D}"/>
          </ac:picMkLst>
        </pc:picChg>
        <pc:picChg chg="del">
          <ac:chgData name="김태영" userId="8443cd8f-b258-4c7c-bbdd-a870d3924868" providerId="ADAL" clId="{1AF1C040-9443-4319-8A54-AB82E10D747E}" dt="2021-10-24T05:57:44.202" v="7245" actId="478"/>
          <ac:picMkLst>
            <pc:docMk/>
            <pc:sldMk cId="2817131801" sldId="280"/>
            <ac:picMk id="2050" creationId="{CF3BA8CC-F0C1-496C-A4F0-B537BDDB5F79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8:51:31.396" v="10454" actId="478"/>
        <pc:sldMkLst>
          <pc:docMk/>
          <pc:sldMk cId="1120707945" sldId="281"/>
        </pc:sldMkLst>
        <pc:picChg chg="del">
          <ac:chgData name="김태영" userId="8443cd8f-b258-4c7c-bbdd-a870d3924868" providerId="ADAL" clId="{1AF1C040-9443-4319-8A54-AB82E10D747E}" dt="2021-10-24T07:52:05.557" v="7259" actId="478"/>
          <ac:picMkLst>
            <pc:docMk/>
            <pc:sldMk cId="1120707945" sldId="281"/>
            <ac:picMk id="5" creationId="{124EB087-84D0-44C5-8C4B-5B109EA35EF9}"/>
          </ac:picMkLst>
        </pc:picChg>
        <pc:picChg chg="add del mod">
          <ac:chgData name="김태영" userId="8443cd8f-b258-4c7c-bbdd-a870d3924868" providerId="ADAL" clId="{1AF1C040-9443-4319-8A54-AB82E10D747E}" dt="2021-10-24T08:51:29.898" v="10453" actId="478"/>
          <ac:picMkLst>
            <pc:docMk/>
            <pc:sldMk cId="1120707945" sldId="281"/>
            <ac:picMk id="7" creationId="{A95BF52D-5653-4F35-819E-C80250FB0A3D}"/>
          </ac:picMkLst>
        </pc:picChg>
        <pc:picChg chg="del">
          <ac:chgData name="김태영" userId="8443cd8f-b258-4c7c-bbdd-a870d3924868" providerId="ADAL" clId="{1AF1C040-9443-4319-8A54-AB82E10D747E}" dt="2021-10-24T07:52:07.695" v="7261" actId="478"/>
          <ac:picMkLst>
            <pc:docMk/>
            <pc:sldMk cId="1120707945" sldId="281"/>
            <ac:picMk id="8" creationId="{4A92F3B8-11D7-4400-806B-C1B852F2D6E8}"/>
          </ac:picMkLst>
        </pc:picChg>
        <pc:picChg chg="del">
          <ac:chgData name="김태영" userId="8443cd8f-b258-4c7c-bbdd-a870d3924868" providerId="ADAL" clId="{1AF1C040-9443-4319-8A54-AB82E10D747E}" dt="2021-10-24T07:52:06.881" v="7260" actId="478"/>
          <ac:picMkLst>
            <pc:docMk/>
            <pc:sldMk cId="1120707945" sldId="281"/>
            <ac:picMk id="10" creationId="{0DEB16BE-87AB-40C2-8822-7286F754749D}"/>
          </ac:picMkLst>
        </pc:picChg>
        <pc:picChg chg="add del mod">
          <ac:chgData name="김태영" userId="8443cd8f-b258-4c7c-bbdd-a870d3924868" providerId="ADAL" clId="{1AF1C040-9443-4319-8A54-AB82E10D747E}" dt="2021-10-24T08:51:31.396" v="10454" actId="478"/>
          <ac:picMkLst>
            <pc:docMk/>
            <pc:sldMk cId="1120707945" sldId="281"/>
            <ac:picMk id="11" creationId="{5D99C900-DB2C-43B4-AF32-4E88DC67E9EF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9:17:08.814" v="11711" actId="20577"/>
        <pc:sldMkLst>
          <pc:docMk/>
          <pc:sldMk cId="3919417881" sldId="282"/>
        </pc:sldMkLst>
        <pc:spChg chg="add mod">
          <ac:chgData name="김태영" userId="8443cd8f-b258-4c7c-bbdd-a870d3924868" providerId="ADAL" clId="{1AF1C040-9443-4319-8A54-AB82E10D747E}" dt="2021-10-24T09:16:12.394" v="11668" actId="14100"/>
          <ac:spMkLst>
            <pc:docMk/>
            <pc:sldMk cId="3919417881" sldId="282"/>
            <ac:spMk id="8" creationId="{D890D44A-2257-4A9D-9E6C-1C09F5694BFD}"/>
          </ac:spMkLst>
        </pc:spChg>
        <pc:spChg chg="add del mod">
          <ac:chgData name="김태영" userId="8443cd8f-b258-4c7c-bbdd-a870d3924868" providerId="ADAL" clId="{1AF1C040-9443-4319-8A54-AB82E10D747E}" dt="2021-10-24T08:07:29.371" v="7326" actId="478"/>
          <ac:spMkLst>
            <pc:docMk/>
            <pc:sldMk cId="3919417881" sldId="282"/>
            <ac:spMk id="12" creationId="{E59D47B1-5CB2-4F60-989E-AA528A831B24}"/>
          </ac:spMkLst>
        </pc:spChg>
        <pc:spChg chg="add mod">
          <ac:chgData name="김태영" userId="8443cd8f-b258-4c7c-bbdd-a870d3924868" providerId="ADAL" clId="{1AF1C040-9443-4319-8A54-AB82E10D747E}" dt="2021-10-24T09:17:08.814" v="11711" actId="20577"/>
          <ac:spMkLst>
            <pc:docMk/>
            <pc:sldMk cId="3919417881" sldId="282"/>
            <ac:spMk id="13" creationId="{2D46D6CB-ADA3-4CB2-9CD9-7DCACC9DCC6F}"/>
          </ac:spMkLst>
        </pc:spChg>
        <pc:graphicFrameChg chg="add mod modGraphic">
          <ac:chgData name="김태영" userId="8443cd8f-b258-4c7c-bbdd-a870d3924868" providerId="ADAL" clId="{1AF1C040-9443-4319-8A54-AB82E10D747E}" dt="2021-10-24T09:14:10.551" v="11651" actId="2161"/>
          <ac:graphicFrameMkLst>
            <pc:docMk/>
            <pc:sldMk cId="3919417881" sldId="282"/>
            <ac:graphicFrameMk id="5" creationId="{A62B9D54-BAD4-4F9E-9427-3A260936DE18}"/>
          </ac:graphicFrameMkLst>
        </pc:graphicFrameChg>
        <pc:picChg chg="del">
          <ac:chgData name="김태영" userId="8443cd8f-b258-4c7c-bbdd-a870d3924868" providerId="ADAL" clId="{1AF1C040-9443-4319-8A54-AB82E10D747E}" dt="2021-10-24T07:53:56.248" v="7272" actId="478"/>
          <ac:picMkLst>
            <pc:docMk/>
            <pc:sldMk cId="3919417881" sldId="282"/>
            <ac:picMk id="7" creationId="{A95BF52D-5653-4F35-819E-C80250FB0A3D}"/>
          </ac:picMkLst>
        </pc:picChg>
        <pc:picChg chg="add mod">
          <ac:chgData name="김태영" userId="8443cd8f-b258-4c7c-bbdd-a870d3924868" providerId="ADAL" clId="{1AF1C040-9443-4319-8A54-AB82E10D747E}" dt="2021-10-24T08:08:44.871" v="7431" actId="1076"/>
          <ac:picMkLst>
            <pc:docMk/>
            <pc:sldMk cId="3919417881" sldId="282"/>
            <ac:picMk id="9" creationId="{6146F489-B334-4E88-AE1D-9DA97D79A346}"/>
          </ac:picMkLst>
        </pc:picChg>
        <pc:picChg chg="del mod">
          <ac:chgData name="김태영" userId="8443cd8f-b258-4c7c-bbdd-a870d3924868" providerId="ADAL" clId="{1AF1C040-9443-4319-8A54-AB82E10D747E}" dt="2021-10-24T07:53:54.912" v="7271" actId="478"/>
          <ac:picMkLst>
            <pc:docMk/>
            <pc:sldMk cId="3919417881" sldId="282"/>
            <ac:picMk id="11" creationId="{5D99C900-DB2C-43B4-AF32-4E88DC67E9EF}"/>
          </ac:picMkLst>
        </pc:picChg>
      </pc:sldChg>
      <pc:sldChg chg="addSp delSp modSp add del mod ord modNotesTx">
        <pc:chgData name="김태영" userId="8443cd8f-b258-4c7c-bbdd-a870d3924868" providerId="ADAL" clId="{1AF1C040-9443-4319-8A54-AB82E10D747E}" dt="2021-10-24T10:15:15.865" v="16383" actId="1076"/>
        <pc:sldMkLst>
          <pc:docMk/>
          <pc:sldMk cId="256757742" sldId="283"/>
        </pc:sldMkLst>
        <pc:spChg chg="del mod">
          <ac:chgData name="김태영" userId="8443cd8f-b258-4c7c-bbdd-a870d3924868" providerId="ADAL" clId="{1AF1C040-9443-4319-8A54-AB82E10D747E}" dt="2021-10-24T09:43:42.146" v="14698" actId="478"/>
          <ac:spMkLst>
            <pc:docMk/>
            <pc:sldMk cId="256757742" sldId="283"/>
            <ac:spMk id="8" creationId="{D890D44A-2257-4A9D-9E6C-1C09F5694BFD}"/>
          </ac:spMkLst>
        </pc:spChg>
        <pc:spChg chg="add del">
          <ac:chgData name="김태영" userId="8443cd8f-b258-4c7c-bbdd-a870d3924868" providerId="ADAL" clId="{1AF1C040-9443-4319-8A54-AB82E10D747E}" dt="2021-10-24T09:11:13.342" v="11326" actId="22"/>
          <ac:spMkLst>
            <pc:docMk/>
            <pc:sldMk cId="256757742" sldId="283"/>
            <ac:spMk id="9" creationId="{BE3103D4-CB8D-40F9-9051-288086AFB277}"/>
          </ac:spMkLst>
        </pc:spChg>
        <pc:spChg chg="add mod">
          <ac:chgData name="김태영" userId="8443cd8f-b258-4c7c-bbdd-a870d3924868" providerId="ADAL" clId="{1AF1C040-9443-4319-8A54-AB82E10D747E}" dt="2021-10-24T10:11:48.874" v="15973" actId="20577"/>
          <ac:spMkLst>
            <pc:docMk/>
            <pc:sldMk cId="256757742" sldId="283"/>
            <ac:spMk id="11" creationId="{10941366-65FA-4F7A-8BE7-E9F96CBC71C6}"/>
          </ac:spMkLst>
        </pc:spChg>
        <pc:spChg chg="add mod">
          <ac:chgData name="김태영" userId="8443cd8f-b258-4c7c-bbdd-a870d3924868" providerId="ADAL" clId="{1AF1C040-9443-4319-8A54-AB82E10D747E}" dt="2021-10-24T09:43:42.445" v="14699"/>
          <ac:spMkLst>
            <pc:docMk/>
            <pc:sldMk cId="256757742" sldId="283"/>
            <ac:spMk id="12" creationId="{29D7ABA7-638C-408B-B478-432C935CA548}"/>
          </ac:spMkLst>
        </pc:spChg>
        <pc:graphicFrameChg chg="add mod modGraphic">
          <ac:chgData name="김태영" userId="8443cd8f-b258-4c7c-bbdd-a870d3924868" providerId="ADAL" clId="{1AF1C040-9443-4319-8A54-AB82E10D747E}" dt="2021-10-24T10:15:15.865" v="16383" actId="1076"/>
          <ac:graphicFrameMkLst>
            <pc:docMk/>
            <pc:sldMk cId="256757742" sldId="283"/>
            <ac:graphicFrameMk id="10" creationId="{F8278641-9089-45B2-8EB4-8BC79BCB9381}"/>
          </ac:graphicFrameMkLst>
        </pc:graphicFrameChg>
      </pc:sldChg>
      <pc:sldChg chg="delSp modSp add del mod modNotesTx">
        <pc:chgData name="김태영" userId="8443cd8f-b258-4c7c-bbdd-a870d3924868" providerId="ADAL" clId="{1AF1C040-9443-4319-8A54-AB82E10D747E}" dt="2021-10-24T09:43:39.481" v="14696" actId="47"/>
        <pc:sldMkLst>
          <pc:docMk/>
          <pc:sldMk cId="853394108" sldId="284"/>
        </pc:sldMkLst>
        <pc:spChg chg="del mod">
          <ac:chgData name="김태영" userId="8443cd8f-b258-4c7c-bbdd-a870d3924868" providerId="ADAL" clId="{1AF1C040-9443-4319-8A54-AB82E10D747E}" dt="2021-10-24T09:43:38.041" v="14695" actId="21"/>
          <ac:spMkLst>
            <pc:docMk/>
            <pc:sldMk cId="853394108" sldId="284"/>
            <ac:spMk id="8" creationId="{D890D44A-2257-4A9D-9E6C-1C09F5694BFD}"/>
          </ac:spMkLst>
        </pc:spChg>
      </pc:sldChg>
      <pc:sldChg chg="modSp add mod modNotesTx">
        <pc:chgData name="김태영" userId="8443cd8f-b258-4c7c-bbdd-a870d3924868" providerId="ADAL" clId="{1AF1C040-9443-4319-8A54-AB82E10D747E}" dt="2021-10-24T07:57:15.673" v="7298" actId="20577"/>
        <pc:sldMkLst>
          <pc:docMk/>
          <pc:sldMk cId="167478371" sldId="285"/>
        </pc:sldMkLst>
        <pc:spChg chg="mod">
          <ac:chgData name="김태영" userId="8443cd8f-b258-4c7c-bbdd-a870d3924868" providerId="ADAL" clId="{1AF1C040-9443-4319-8A54-AB82E10D747E}" dt="2021-10-24T07:56:04.907" v="7297"/>
          <ac:spMkLst>
            <pc:docMk/>
            <pc:sldMk cId="167478371" sldId="285"/>
            <ac:spMk id="8" creationId="{D890D44A-2257-4A9D-9E6C-1C09F5694BFD}"/>
          </ac:spMkLst>
        </pc:spChg>
      </pc:sldChg>
      <pc:sldChg chg="modSp add mod">
        <pc:chgData name="김태영" userId="8443cd8f-b258-4c7c-bbdd-a870d3924868" providerId="ADAL" clId="{1AF1C040-9443-4319-8A54-AB82E10D747E}" dt="2021-10-24T07:58:41.457" v="7313" actId="14100"/>
        <pc:sldMkLst>
          <pc:docMk/>
          <pc:sldMk cId="1052515785" sldId="286"/>
        </pc:sldMkLst>
        <pc:spChg chg="mod">
          <ac:chgData name="김태영" userId="8443cd8f-b258-4c7c-bbdd-a870d3924868" providerId="ADAL" clId="{1AF1C040-9443-4319-8A54-AB82E10D747E}" dt="2021-10-24T07:58:41.457" v="7313" actId="14100"/>
          <ac:spMkLst>
            <pc:docMk/>
            <pc:sldMk cId="1052515785" sldId="286"/>
            <ac:spMk id="8" creationId="{D890D44A-2257-4A9D-9E6C-1C09F5694BFD}"/>
          </ac:spMkLst>
        </pc:spChg>
      </pc:sldChg>
      <pc:sldChg chg="modSp add mod">
        <pc:chgData name="김태영" userId="8443cd8f-b258-4c7c-bbdd-a870d3924868" providerId="ADAL" clId="{1AF1C040-9443-4319-8A54-AB82E10D747E}" dt="2021-10-24T07:58:46.071" v="7314" actId="14100"/>
        <pc:sldMkLst>
          <pc:docMk/>
          <pc:sldMk cId="1708850998" sldId="287"/>
        </pc:sldMkLst>
        <pc:spChg chg="mod">
          <ac:chgData name="김태영" userId="8443cd8f-b258-4c7c-bbdd-a870d3924868" providerId="ADAL" clId="{1AF1C040-9443-4319-8A54-AB82E10D747E}" dt="2021-10-24T07:58:46.071" v="7314" actId="14100"/>
          <ac:spMkLst>
            <pc:docMk/>
            <pc:sldMk cId="1708850998" sldId="287"/>
            <ac:spMk id="8" creationId="{D890D44A-2257-4A9D-9E6C-1C09F5694BFD}"/>
          </ac:spMkLst>
        </pc:spChg>
      </pc:sldChg>
      <pc:sldChg chg="addSp delSp modSp add mod modNotesTx">
        <pc:chgData name="김태영" userId="8443cd8f-b258-4c7c-bbdd-a870d3924868" providerId="ADAL" clId="{1AF1C040-9443-4319-8A54-AB82E10D747E}" dt="2021-10-24T08:54:01.044" v="10538" actId="20577"/>
        <pc:sldMkLst>
          <pc:docMk/>
          <pc:sldMk cId="386372438" sldId="288"/>
        </pc:sldMkLst>
        <pc:spChg chg="add del mod">
          <ac:chgData name="김태영" userId="8443cd8f-b258-4c7c-bbdd-a870d3924868" providerId="ADAL" clId="{1AF1C040-9443-4319-8A54-AB82E10D747E}" dt="2021-10-24T08:51:15.293" v="10449" actId="21"/>
          <ac:spMkLst>
            <pc:docMk/>
            <pc:sldMk cId="386372438" sldId="288"/>
            <ac:spMk id="11" creationId="{C9B2E382-A52C-4D6F-B21F-BD364D10AA74}"/>
          </ac:spMkLst>
        </pc:spChg>
        <pc:spChg chg="add mod">
          <ac:chgData name="김태영" userId="8443cd8f-b258-4c7c-bbdd-a870d3924868" providerId="ADAL" clId="{1AF1C040-9443-4319-8A54-AB82E10D747E}" dt="2021-10-24T08:52:37.366" v="10456" actId="14100"/>
          <ac:spMkLst>
            <pc:docMk/>
            <pc:sldMk cId="386372438" sldId="288"/>
            <ac:spMk id="12" creationId="{CAD61B2B-B244-4601-89E4-4063BE41231C}"/>
          </ac:spMkLst>
        </pc:spChg>
        <pc:spChg chg="add mod">
          <ac:chgData name="김태영" userId="8443cd8f-b258-4c7c-bbdd-a870d3924868" providerId="ADAL" clId="{1AF1C040-9443-4319-8A54-AB82E10D747E}" dt="2021-10-24T08:52:34.206" v="10455" actId="1076"/>
          <ac:spMkLst>
            <pc:docMk/>
            <pc:sldMk cId="386372438" sldId="288"/>
            <ac:spMk id="14" creationId="{16597DCB-5EC5-4364-9930-167EB237C70A}"/>
          </ac:spMkLst>
        </pc:spChg>
        <pc:spChg chg="add del mod">
          <ac:chgData name="김태영" userId="8443cd8f-b258-4c7c-bbdd-a870d3924868" providerId="ADAL" clId="{1AF1C040-9443-4319-8A54-AB82E10D747E}" dt="2021-10-24T08:53:53.893" v="10531" actId="478"/>
          <ac:spMkLst>
            <pc:docMk/>
            <pc:sldMk cId="386372438" sldId="288"/>
            <ac:spMk id="15" creationId="{CE714023-C283-405B-9DF3-0C8E0A1995BA}"/>
          </ac:spMkLst>
        </pc:spChg>
        <pc:spChg chg="add mod">
          <ac:chgData name="김태영" userId="8443cd8f-b258-4c7c-bbdd-a870d3924868" providerId="ADAL" clId="{1AF1C040-9443-4319-8A54-AB82E10D747E}" dt="2021-10-24T08:54:01.044" v="10538" actId="20577"/>
          <ac:spMkLst>
            <pc:docMk/>
            <pc:sldMk cId="386372438" sldId="288"/>
            <ac:spMk id="17" creationId="{9CCF6385-7C86-4609-A1EB-2CD97974D1B0}"/>
          </ac:spMkLst>
        </pc:spChg>
        <pc:spChg chg="del mod">
          <ac:chgData name="김태영" userId="8443cd8f-b258-4c7c-bbdd-a870d3924868" providerId="ADAL" clId="{1AF1C040-9443-4319-8A54-AB82E10D747E}" dt="2021-10-24T08:46:57.878" v="9497"/>
          <ac:spMkLst>
            <pc:docMk/>
            <pc:sldMk cId="386372438" sldId="288"/>
            <ac:spMk id="22" creationId="{A007774F-9852-408C-9E11-E8D95F5B9B9C}"/>
          </ac:spMkLst>
        </pc:spChg>
        <pc:picChg chg="del">
          <ac:chgData name="김태영" userId="8443cd8f-b258-4c7c-bbdd-a870d3924868" providerId="ADAL" clId="{1AF1C040-9443-4319-8A54-AB82E10D747E}" dt="2021-10-24T08:46:55.365" v="9494" actId="478"/>
          <ac:picMkLst>
            <pc:docMk/>
            <pc:sldMk cId="386372438" sldId="288"/>
            <ac:picMk id="5" creationId="{124EB087-84D0-44C5-8C4B-5B109EA35EF9}"/>
          </ac:picMkLst>
        </pc:picChg>
        <pc:picChg chg="del">
          <ac:chgData name="김태영" userId="8443cd8f-b258-4c7c-bbdd-a870d3924868" providerId="ADAL" clId="{1AF1C040-9443-4319-8A54-AB82E10D747E}" dt="2021-10-24T08:46:53.873" v="9492" actId="478"/>
          <ac:picMkLst>
            <pc:docMk/>
            <pc:sldMk cId="386372438" sldId="288"/>
            <ac:picMk id="8" creationId="{4A92F3B8-11D7-4400-806B-C1B852F2D6E8}"/>
          </ac:picMkLst>
        </pc:picChg>
        <pc:picChg chg="del">
          <ac:chgData name="김태영" userId="8443cd8f-b258-4c7c-bbdd-a870d3924868" providerId="ADAL" clId="{1AF1C040-9443-4319-8A54-AB82E10D747E}" dt="2021-10-24T08:46:54.246" v="9493" actId="478"/>
          <ac:picMkLst>
            <pc:docMk/>
            <pc:sldMk cId="386372438" sldId="288"/>
            <ac:picMk id="10" creationId="{0DEB16BE-87AB-40C2-8822-7286F754749D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9:23:28.563" v="12503" actId="20577"/>
        <pc:sldMkLst>
          <pc:docMk/>
          <pc:sldMk cId="687479375" sldId="289"/>
        </pc:sldMkLst>
        <pc:spChg chg="add mod">
          <ac:chgData name="김태영" userId="8443cd8f-b258-4c7c-bbdd-a870d3924868" providerId="ADAL" clId="{1AF1C040-9443-4319-8A54-AB82E10D747E}" dt="2021-10-24T09:19:57.879" v="12124" actId="20577"/>
          <ac:spMkLst>
            <pc:docMk/>
            <pc:sldMk cId="687479375" sldId="289"/>
            <ac:spMk id="10" creationId="{44836F68-C19E-4C48-AA3D-669ED63122AA}"/>
          </ac:spMkLst>
        </pc:spChg>
        <pc:spChg chg="del mod">
          <ac:chgData name="김태영" userId="8443cd8f-b258-4c7c-bbdd-a870d3924868" providerId="ADAL" clId="{1AF1C040-9443-4319-8A54-AB82E10D747E}" dt="2021-10-24T09:17:02.140" v="11708"/>
          <ac:spMkLst>
            <pc:docMk/>
            <pc:sldMk cId="687479375" sldId="289"/>
            <ac:spMk id="13" creationId="{2D46D6CB-ADA3-4CB2-9CD9-7DCACC9DCC6F}"/>
          </ac:spMkLst>
        </pc:spChg>
        <pc:graphicFrameChg chg="mod modGraphic">
          <ac:chgData name="김태영" userId="8443cd8f-b258-4c7c-bbdd-a870d3924868" providerId="ADAL" clId="{1AF1C040-9443-4319-8A54-AB82E10D747E}" dt="2021-10-24T09:23:28.563" v="12503" actId="20577"/>
          <ac:graphicFrameMkLst>
            <pc:docMk/>
            <pc:sldMk cId="687479375" sldId="289"/>
            <ac:graphicFrameMk id="5" creationId="{A62B9D54-BAD4-4F9E-9427-3A260936DE18}"/>
          </ac:graphicFrameMkLst>
        </pc:graphicFrameChg>
      </pc:sldChg>
      <pc:sldChg chg="delSp modSp add mod modNotesTx">
        <pc:chgData name="김태영" userId="8443cd8f-b258-4c7c-bbdd-a870d3924868" providerId="ADAL" clId="{1AF1C040-9443-4319-8A54-AB82E10D747E}" dt="2021-10-24T09:32:02.673" v="13813" actId="20577"/>
        <pc:sldMkLst>
          <pc:docMk/>
          <pc:sldMk cId="2388083860" sldId="290"/>
        </pc:sldMkLst>
        <pc:spChg chg="mod">
          <ac:chgData name="김태영" userId="8443cd8f-b258-4c7c-bbdd-a870d3924868" providerId="ADAL" clId="{1AF1C040-9443-4319-8A54-AB82E10D747E}" dt="2021-10-24T09:28:32.885" v="13584" actId="20577"/>
          <ac:spMkLst>
            <pc:docMk/>
            <pc:sldMk cId="2388083860" sldId="290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09:32:02.673" v="13813" actId="20577"/>
          <ac:graphicFrameMkLst>
            <pc:docMk/>
            <pc:sldMk cId="2388083860" sldId="290"/>
            <ac:graphicFrameMk id="5" creationId="{A62B9D54-BAD4-4F9E-9427-3A260936DE18}"/>
          </ac:graphicFrameMkLst>
        </pc:graphicFrameChg>
        <pc:picChg chg="del mod">
          <ac:chgData name="김태영" userId="8443cd8f-b258-4c7c-bbdd-a870d3924868" providerId="ADAL" clId="{1AF1C040-9443-4319-8A54-AB82E10D747E}" dt="2021-10-24T09:31:35.938" v="13684" actId="478"/>
          <ac:picMkLst>
            <pc:docMk/>
            <pc:sldMk cId="2388083860" sldId="290"/>
            <ac:picMk id="9" creationId="{6146F489-B334-4E88-AE1D-9DA97D79A346}"/>
          </ac:picMkLst>
        </pc:picChg>
      </pc:sldChg>
      <pc:sldChg chg="addSp delSp modSp add mod ord">
        <pc:chgData name="김태영" userId="8443cd8f-b258-4c7c-bbdd-a870d3924868" providerId="ADAL" clId="{1AF1C040-9443-4319-8A54-AB82E10D747E}" dt="2021-10-24T10:15:35.994" v="16385"/>
        <pc:sldMkLst>
          <pc:docMk/>
          <pc:sldMk cId="127689606" sldId="291"/>
        </pc:sldMkLst>
        <pc:spChg chg="del">
          <ac:chgData name="김태영" userId="8443cd8f-b258-4c7c-bbdd-a870d3924868" providerId="ADAL" clId="{1AF1C040-9443-4319-8A54-AB82E10D747E}" dt="2021-10-24T09:43:45.548" v="14700" actId="478"/>
          <ac:spMkLst>
            <pc:docMk/>
            <pc:sldMk cId="127689606" sldId="291"/>
            <ac:spMk id="8" creationId="{D890D44A-2257-4A9D-9E6C-1C09F5694BFD}"/>
          </ac:spMkLst>
        </pc:spChg>
        <pc:spChg chg="add del mod">
          <ac:chgData name="김태영" userId="8443cd8f-b258-4c7c-bbdd-a870d3924868" providerId="ADAL" clId="{1AF1C040-9443-4319-8A54-AB82E10D747E}" dt="2021-10-24T09:44:22.004" v="14703"/>
          <ac:spMkLst>
            <pc:docMk/>
            <pc:sldMk cId="127689606" sldId="291"/>
            <ac:spMk id="9" creationId="{6BF3EFA3-525C-4D27-A9EC-19BFFC81075D}"/>
          </ac:spMkLst>
        </pc:spChg>
        <pc:spChg chg="mod">
          <ac:chgData name="김태영" userId="8443cd8f-b258-4c7c-bbdd-a870d3924868" providerId="ADAL" clId="{1AF1C040-9443-4319-8A54-AB82E10D747E}" dt="2021-10-24T10:15:10.444" v="16381" actId="20577"/>
          <ac:spMkLst>
            <pc:docMk/>
            <pc:sldMk cId="127689606" sldId="291"/>
            <ac:spMk id="11" creationId="{10941366-65FA-4F7A-8BE7-E9F96CBC71C6}"/>
          </ac:spMkLst>
        </pc:spChg>
        <pc:graphicFrameChg chg="mod modGraphic">
          <ac:chgData name="김태영" userId="8443cd8f-b258-4c7c-bbdd-a870d3924868" providerId="ADAL" clId="{1AF1C040-9443-4319-8A54-AB82E10D747E}" dt="2021-10-24T10:15:35.994" v="16385"/>
          <ac:graphicFrameMkLst>
            <pc:docMk/>
            <pc:sldMk cId="127689606" sldId="291"/>
            <ac:graphicFrameMk id="10" creationId="{F8278641-9089-45B2-8EB4-8BC79BCB9381}"/>
          </ac:graphicFrameMkLst>
        </pc:graphicFrameChg>
      </pc:sldChg>
      <pc:sldChg chg="modSp add del mod ord">
        <pc:chgData name="김태영" userId="8443cd8f-b258-4c7c-bbdd-a870d3924868" providerId="ADAL" clId="{1AF1C040-9443-4319-8A54-AB82E10D747E}" dt="2021-10-24T10:13:26.954" v="16202" actId="47"/>
        <pc:sldMkLst>
          <pc:docMk/>
          <pc:sldMk cId="227901526" sldId="292"/>
        </pc:sldMkLst>
        <pc:spChg chg="mod">
          <ac:chgData name="김태영" userId="8443cd8f-b258-4c7c-bbdd-a870d3924868" providerId="ADAL" clId="{1AF1C040-9443-4319-8A54-AB82E10D747E}" dt="2021-10-24T09:50:13.783" v="15216" actId="20577"/>
          <ac:spMkLst>
            <pc:docMk/>
            <pc:sldMk cId="227901526" sldId="292"/>
            <ac:spMk id="9" creationId="{6BF3EFA3-525C-4D27-A9EC-19BFFC81075D}"/>
          </ac:spMkLst>
        </pc:spChg>
        <pc:graphicFrameChg chg="mod modGraphic">
          <ac:chgData name="김태영" userId="8443cd8f-b258-4c7c-bbdd-a870d3924868" providerId="ADAL" clId="{1AF1C040-9443-4319-8A54-AB82E10D747E}" dt="2021-10-24T09:51:49.065" v="15303" actId="20577"/>
          <ac:graphicFrameMkLst>
            <pc:docMk/>
            <pc:sldMk cId="227901526" sldId="292"/>
            <ac:graphicFrameMk id="10" creationId="{F8278641-9089-45B2-8EB4-8BC79BCB9381}"/>
          </ac:graphicFrameMkLst>
        </pc:graphicFrameChg>
      </pc:sldChg>
      <pc:sldChg chg="addSp modSp add mod">
        <pc:chgData name="김태영" userId="8443cd8f-b258-4c7c-bbdd-a870d3924868" providerId="ADAL" clId="{1AF1C040-9443-4319-8A54-AB82E10D747E}" dt="2021-10-24T11:39:46.397" v="20678" actId="571"/>
        <pc:sldMkLst>
          <pc:docMk/>
          <pc:sldMk cId="3179575444" sldId="292"/>
        </pc:sldMkLst>
        <pc:spChg chg="mod">
          <ac:chgData name="김태영" userId="8443cd8f-b258-4c7c-bbdd-a870d3924868" providerId="ADAL" clId="{1AF1C040-9443-4319-8A54-AB82E10D747E}" dt="2021-10-24T10:19:00.979" v="16693" actId="20577"/>
          <ac:spMkLst>
            <pc:docMk/>
            <pc:sldMk cId="3179575444" sldId="292"/>
            <ac:spMk id="11" creationId="{10941366-65FA-4F7A-8BE7-E9F96CBC71C6}"/>
          </ac:spMkLst>
        </pc:spChg>
        <pc:spChg chg="add mod">
          <ac:chgData name="김태영" userId="8443cd8f-b258-4c7c-bbdd-a870d3924868" providerId="ADAL" clId="{1AF1C040-9443-4319-8A54-AB82E10D747E}" dt="2021-10-24T11:39:46.397" v="20678" actId="571"/>
          <ac:spMkLst>
            <pc:docMk/>
            <pc:sldMk cId="3179575444" sldId="292"/>
            <ac:spMk id="12" creationId="{36BA99AB-2BE1-4082-9D99-04F46D876B30}"/>
          </ac:spMkLst>
        </pc:spChg>
        <pc:graphicFrameChg chg="mod modGraphic">
          <ac:chgData name="김태영" userId="8443cd8f-b258-4c7c-bbdd-a870d3924868" providerId="ADAL" clId="{1AF1C040-9443-4319-8A54-AB82E10D747E}" dt="2021-10-24T10:20:44.593" v="16947" actId="20577"/>
          <ac:graphicFrameMkLst>
            <pc:docMk/>
            <pc:sldMk cId="3179575444" sldId="292"/>
            <ac:graphicFrameMk id="10" creationId="{F8278641-9089-45B2-8EB4-8BC79BCB9381}"/>
          </ac:graphicFrameMkLst>
        </pc:graphicFrameChg>
      </pc:sldChg>
      <pc:sldChg chg="modSp add mod modNotesTx">
        <pc:chgData name="김태영" userId="8443cd8f-b258-4c7c-bbdd-a870d3924868" providerId="ADAL" clId="{1AF1C040-9443-4319-8A54-AB82E10D747E}" dt="2021-10-24T10:25:58.596" v="18042" actId="20577"/>
        <pc:sldMkLst>
          <pc:docMk/>
          <pc:sldMk cId="61473636" sldId="293"/>
        </pc:sldMkLst>
        <pc:spChg chg="mod">
          <ac:chgData name="김태영" userId="8443cd8f-b258-4c7c-bbdd-a870d3924868" providerId="ADAL" clId="{1AF1C040-9443-4319-8A54-AB82E10D747E}" dt="2021-10-24T10:21:47.480" v="16975" actId="14100"/>
          <ac:spMkLst>
            <pc:docMk/>
            <pc:sldMk cId="61473636" sldId="293"/>
            <ac:spMk id="8" creationId="{D890D44A-2257-4A9D-9E6C-1C09F5694BFD}"/>
          </ac:spMkLst>
        </pc:spChg>
        <pc:spChg chg="mod">
          <ac:chgData name="김태영" userId="8443cd8f-b258-4c7c-bbdd-a870d3924868" providerId="ADAL" clId="{1AF1C040-9443-4319-8A54-AB82E10D747E}" dt="2021-10-24T10:25:58.596" v="18042" actId="20577"/>
          <ac:spMkLst>
            <pc:docMk/>
            <pc:sldMk cId="61473636" sldId="293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10:25:24.102" v="17864" actId="20577"/>
          <ac:graphicFrameMkLst>
            <pc:docMk/>
            <pc:sldMk cId="61473636" sldId="293"/>
            <ac:graphicFrameMk id="5" creationId="{A62B9D54-BAD4-4F9E-9427-3A260936DE18}"/>
          </ac:graphicFrameMkLst>
        </pc:graphicFrameChg>
      </pc:sldChg>
      <pc:sldChg chg="modSp add mod modNotesTx">
        <pc:chgData name="김태영" userId="8443cd8f-b258-4c7c-bbdd-a870d3924868" providerId="ADAL" clId="{1AF1C040-9443-4319-8A54-AB82E10D747E}" dt="2021-10-24T11:28:39.539" v="20551" actId="1076"/>
        <pc:sldMkLst>
          <pc:docMk/>
          <pc:sldMk cId="3402004519" sldId="294"/>
        </pc:sldMkLst>
        <pc:spChg chg="mod">
          <ac:chgData name="김태영" userId="8443cd8f-b258-4c7c-bbdd-a870d3924868" providerId="ADAL" clId="{1AF1C040-9443-4319-8A54-AB82E10D747E}" dt="2021-10-24T11:27:09.873" v="20233" actId="20577"/>
          <ac:spMkLst>
            <pc:docMk/>
            <pc:sldMk cId="3402004519" sldId="294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11:28:39.539" v="20551" actId="1076"/>
          <ac:graphicFrameMkLst>
            <pc:docMk/>
            <pc:sldMk cId="3402004519" sldId="294"/>
            <ac:graphicFrameMk id="5" creationId="{A62B9D54-BAD4-4F9E-9427-3A260936DE18}"/>
          </ac:graphicFrameMkLst>
        </pc:graphicFrameChg>
      </pc:sldChg>
      <pc:sldChg chg="addSp modSp add mod ord">
        <pc:chgData name="김태영" userId="8443cd8f-b258-4c7c-bbdd-a870d3924868" providerId="ADAL" clId="{1AF1C040-9443-4319-8A54-AB82E10D747E}" dt="2021-10-24T11:58:59.078" v="21462" actId="20577"/>
        <pc:sldMkLst>
          <pc:docMk/>
          <pc:sldMk cId="1993463665" sldId="295"/>
        </pc:sldMkLst>
        <pc:spChg chg="add mod">
          <ac:chgData name="김태영" userId="8443cd8f-b258-4c7c-bbdd-a870d3924868" providerId="ADAL" clId="{1AF1C040-9443-4319-8A54-AB82E10D747E}" dt="2021-10-24T11:58:59.078" v="21462" actId="20577"/>
          <ac:spMkLst>
            <pc:docMk/>
            <pc:sldMk cId="1993463665" sldId="295"/>
            <ac:spMk id="7" creationId="{BA639C0A-7AAE-4A19-8667-14B65B93379C}"/>
          </ac:spMkLst>
        </pc:spChg>
        <pc:spChg chg="mod">
          <ac:chgData name="김태영" userId="8443cd8f-b258-4c7c-bbdd-a870d3924868" providerId="ADAL" clId="{1AF1C040-9443-4319-8A54-AB82E10D747E}" dt="2021-10-24T11:57:33.993" v="21202" actId="1076"/>
          <ac:spMkLst>
            <pc:docMk/>
            <pc:sldMk cId="1993463665" sldId="295"/>
            <ac:spMk id="8" creationId="{D890D44A-2257-4A9D-9E6C-1C09F5694BFD}"/>
          </ac:spMkLst>
        </pc:spChg>
      </pc:sldChg>
    </pc:docChg>
  </pc:docChgLst>
  <pc:docChgLst>
    <pc:chgData name="김태영" userId="8443cd8f-b258-4c7c-bbdd-a870d3924868" providerId="ADAL" clId="{62ACC9E5-A1F3-4565-8011-627E8CAFD5A4}"/>
    <pc:docChg chg="custSel modSld">
      <pc:chgData name="김태영" userId="8443cd8f-b258-4c7c-bbdd-a870d3924868" providerId="ADAL" clId="{62ACC9E5-A1F3-4565-8011-627E8CAFD5A4}" dt="2023-03-10T10:16:53.608" v="27" actId="368"/>
      <pc:docMkLst>
        <pc:docMk/>
      </pc:docMkLst>
      <pc:sldChg chg="modNotes">
        <pc:chgData name="김태영" userId="8443cd8f-b258-4c7c-bbdd-a870d3924868" providerId="ADAL" clId="{62ACC9E5-A1F3-4565-8011-627E8CAFD5A4}" dt="2023-03-10T10:16:53.535" v="3" actId="368"/>
        <pc:sldMkLst>
          <pc:docMk/>
          <pc:sldMk cId="345877175" sldId="309"/>
        </pc:sldMkLst>
      </pc:sldChg>
      <pc:sldChg chg="modNotes">
        <pc:chgData name="김태영" userId="8443cd8f-b258-4c7c-bbdd-a870d3924868" providerId="ADAL" clId="{62ACC9E5-A1F3-4565-8011-627E8CAFD5A4}" dt="2023-03-10T10:16:53.529" v="1" actId="368"/>
        <pc:sldMkLst>
          <pc:docMk/>
          <pc:sldMk cId="3224837462" sldId="311"/>
        </pc:sldMkLst>
      </pc:sldChg>
      <pc:sldChg chg="modNotes">
        <pc:chgData name="김태영" userId="8443cd8f-b258-4c7c-bbdd-a870d3924868" providerId="ADAL" clId="{62ACC9E5-A1F3-4565-8011-627E8CAFD5A4}" dt="2023-03-10T10:16:53.593" v="23" actId="368"/>
        <pc:sldMkLst>
          <pc:docMk/>
          <pc:sldMk cId="698125102" sldId="312"/>
        </pc:sldMkLst>
      </pc:sldChg>
      <pc:sldChg chg="modNotes">
        <pc:chgData name="김태영" userId="8443cd8f-b258-4c7c-bbdd-a870d3924868" providerId="ADAL" clId="{62ACC9E5-A1F3-4565-8011-627E8CAFD5A4}" dt="2023-03-10T10:16:53.599" v="25" actId="368"/>
        <pc:sldMkLst>
          <pc:docMk/>
          <pc:sldMk cId="2609301338" sldId="313"/>
        </pc:sldMkLst>
      </pc:sldChg>
      <pc:sldChg chg="modNotes">
        <pc:chgData name="김태영" userId="8443cd8f-b258-4c7c-bbdd-a870d3924868" providerId="ADAL" clId="{62ACC9E5-A1F3-4565-8011-627E8CAFD5A4}" dt="2023-03-10T10:16:53.557" v="11" actId="368"/>
        <pc:sldMkLst>
          <pc:docMk/>
          <pc:sldMk cId="1933107305" sldId="315"/>
        </pc:sldMkLst>
      </pc:sldChg>
      <pc:sldChg chg="modNotes">
        <pc:chgData name="김태영" userId="8443cd8f-b258-4c7c-bbdd-a870d3924868" providerId="ADAL" clId="{62ACC9E5-A1F3-4565-8011-627E8CAFD5A4}" dt="2023-03-10T10:16:53.546" v="7" actId="368"/>
        <pc:sldMkLst>
          <pc:docMk/>
          <pc:sldMk cId="3784494429" sldId="316"/>
        </pc:sldMkLst>
      </pc:sldChg>
      <pc:sldChg chg="modNotes">
        <pc:chgData name="김태영" userId="8443cd8f-b258-4c7c-bbdd-a870d3924868" providerId="ADAL" clId="{62ACC9E5-A1F3-4565-8011-627E8CAFD5A4}" dt="2023-03-10T10:16:53.551" v="9" actId="368"/>
        <pc:sldMkLst>
          <pc:docMk/>
          <pc:sldMk cId="2031226628" sldId="317"/>
        </pc:sldMkLst>
      </pc:sldChg>
      <pc:sldChg chg="modNotes">
        <pc:chgData name="김태영" userId="8443cd8f-b258-4c7c-bbdd-a870d3924868" providerId="ADAL" clId="{62ACC9E5-A1F3-4565-8011-627E8CAFD5A4}" dt="2023-03-10T10:16:53.568" v="15" actId="368"/>
        <pc:sldMkLst>
          <pc:docMk/>
          <pc:sldMk cId="1800232267" sldId="318"/>
        </pc:sldMkLst>
      </pc:sldChg>
      <pc:sldChg chg="modNotes">
        <pc:chgData name="김태영" userId="8443cd8f-b258-4c7c-bbdd-a870d3924868" providerId="ADAL" clId="{62ACC9E5-A1F3-4565-8011-627E8CAFD5A4}" dt="2023-03-10T10:16:53.608" v="27" actId="368"/>
        <pc:sldMkLst>
          <pc:docMk/>
          <pc:sldMk cId="2715994710" sldId="319"/>
        </pc:sldMkLst>
      </pc:sldChg>
      <pc:sldChg chg="modNotes">
        <pc:chgData name="김태영" userId="8443cd8f-b258-4c7c-bbdd-a870d3924868" providerId="ADAL" clId="{62ACC9E5-A1F3-4565-8011-627E8CAFD5A4}" dt="2023-03-10T10:16:53.540" v="5" actId="368"/>
        <pc:sldMkLst>
          <pc:docMk/>
          <pc:sldMk cId="4138910074" sldId="320"/>
        </pc:sldMkLst>
      </pc:sldChg>
      <pc:sldChg chg="modNotes">
        <pc:chgData name="김태영" userId="8443cd8f-b258-4c7c-bbdd-a870d3924868" providerId="ADAL" clId="{62ACC9E5-A1F3-4565-8011-627E8CAFD5A4}" dt="2023-03-10T10:16:53.562" v="13" actId="368"/>
        <pc:sldMkLst>
          <pc:docMk/>
          <pc:sldMk cId="1672530325" sldId="322"/>
        </pc:sldMkLst>
      </pc:sldChg>
      <pc:sldChg chg="modNotes">
        <pc:chgData name="김태영" userId="8443cd8f-b258-4c7c-bbdd-a870d3924868" providerId="ADAL" clId="{62ACC9E5-A1F3-4565-8011-627E8CAFD5A4}" dt="2023-03-10T10:16:53.574" v="17" actId="368"/>
        <pc:sldMkLst>
          <pc:docMk/>
          <pc:sldMk cId="1973983920" sldId="323"/>
        </pc:sldMkLst>
      </pc:sldChg>
      <pc:sldChg chg="modNotes">
        <pc:chgData name="김태영" userId="8443cd8f-b258-4c7c-bbdd-a870d3924868" providerId="ADAL" clId="{62ACC9E5-A1F3-4565-8011-627E8CAFD5A4}" dt="2023-03-10T10:16:53.579" v="19" actId="368"/>
        <pc:sldMkLst>
          <pc:docMk/>
          <pc:sldMk cId="690891385" sldId="324"/>
        </pc:sldMkLst>
      </pc:sldChg>
      <pc:sldChg chg="modNotes">
        <pc:chgData name="김태영" userId="8443cd8f-b258-4c7c-bbdd-a870d3924868" providerId="ADAL" clId="{62ACC9E5-A1F3-4565-8011-627E8CAFD5A4}" dt="2023-03-10T10:16:53.588" v="21" actId="368"/>
        <pc:sldMkLst>
          <pc:docMk/>
          <pc:sldMk cId="265760151" sldId="326"/>
        </pc:sldMkLst>
      </pc:sldChg>
    </pc:docChg>
  </pc:docChgLst>
  <pc:docChgLst>
    <pc:chgData name="김태영" userId="8443cd8f-b258-4c7c-bbdd-a870d3924868" providerId="ADAL" clId="{C2494153-3512-43DC-9BB4-729A3043B87D}"/>
    <pc:docChg chg="custSel addSld modSld sldOrd">
      <pc:chgData name="김태영" userId="8443cd8f-b258-4c7c-bbdd-a870d3924868" providerId="ADAL" clId="{C2494153-3512-43DC-9BB4-729A3043B87D}" dt="2021-11-07T14:45:25.143" v="83" actId="2890"/>
      <pc:docMkLst>
        <pc:docMk/>
      </pc:docMkLst>
      <pc:sldChg chg="modNotes">
        <pc:chgData name="김태영" userId="8443cd8f-b258-4c7c-bbdd-a870d3924868" providerId="ADAL" clId="{C2494153-3512-43DC-9BB4-729A3043B87D}" dt="2021-11-07T14:44:23.107" v="67" actId="368"/>
        <pc:sldMkLst>
          <pc:docMk/>
          <pc:sldMk cId="1871002895" sldId="256"/>
        </pc:sldMkLst>
      </pc:sldChg>
      <pc:sldChg chg="modNotes">
        <pc:chgData name="김태영" userId="8443cd8f-b258-4c7c-bbdd-a870d3924868" providerId="ADAL" clId="{C2494153-3512-43DC-9BB4-729A3043B87D}" dt="2021-11-07T14:44:23.101" v="65" actId="368"/>
        <pc:sldMkLst>
          <pc:docMk/>
          <pc:sldMk cId="1678087176" sldId="257"/>
        </pc:sldMkLst>
      </pc:sldChg>
      <pc:sldChg chg="modNotes">
        <pc:chgData name="김태영" userId="8443cd8f-b258-4c7c-bbdd-a870d3924868" providerId="ADAL" clId="{C2494153-3512-43DC-9BB4-729A3043B87D}" dt="2021-11-07T14:44:23.126" v="75" actId="368"/>
        <pc:sldMkLst>
          <pc:docMk/>
          <pc:sldMk cId="1365609292" sldId="258"/>
        </pc:sldMkLst>
      </pc:sldChg>
      <pc:sldChg chg="modNotes">
        <pc:chgData name="김태영" userId="8443cd8f-b258-4c7c-bbdd-a870d3924868" providerId="ADAL" clId="{C2494153-3512-43DC-9BB4-729A3043B87D}" dt="2021-11-07T14:44:23.112" v="69" actId="368"/>
        <pc:sldMkLst>
          <pc:docMk/>
          <pc:sldMk cId="1085090973" sldId="263"/>
        </pc:sldMkLst>
      </pc:sldChg>
      <pc:sldChg chg="modNotes">
        <pc:chgData name="김태영" userId="8443cd8f-b258-4c7c-bbdd-a870d3924868" providerId="ADAL" clId="{C2494153-3512-43DC-9BB4-729A3043B87D}" dt="2021-11-07T14:44:23.123" v="73" actId="368"/>
        <pc:sldMkLst>
          <pc:docMk/>
          <pc:sldMk cId="4006778785" sldId="264"/>
        </pc:sldMkLst>
      </pc:sldChg>
      <pc:sldChg chg="modNotes">
        <pc:chgData name="김태영" userId="8443cd8f-b258-4c7c-bbdd-a870d3924868" providerId="ADAL" clId="{C2494153-3512-43DC-9BB4-729A3043B87D}" dt="2021-11-07T14:44:23.130" v="77" actId="368"/>
        <pc:sldMkLst>
          <pc:docMk/>
          <pc:sldMk cId="4024574671" sldId="266"/>
        </pc:sldMkLst>
      </pc:sldChg>
      <pc:sldChg chg="modNotes">
        <pc:chgData name="김태영" userId="8443cd8f-b258-4c7c-bbdd-a870d3924868" providerId="ADAL" clId="{C2494153-3512-43DC-9BB4-729A3043B87D}" dt="2021-11-07T14:44:23.116" v="71" actId="368"/>
        <pc:sldMkLst>
          <pc:docMk/>
          <pc:sldMk cId="3171748733" sldId="268"/>
        </pc:sldMkLst>
      </pc:sldChg>
      <pc:sldChg chg="modSp mod modNotes">
        <pc:chgData name="김태영" userId="8443cd8f-b258-4c7c-bbdd-a870d3924868" providerId="ADAL" clId="{C2494153-3512-43DC-9BB4-729A3043B87D}" dt="2021-11-07T14:44:22.934" v="31" actId="368"/>
        <pc:sldMkLst>
          <pc:docMk/>
          <pc:sldMk cId="1718267691" sldId="270"/>
        </pc:sldMkLst>
        <pc:spChg chg="mod">
          <ac:chgData name="김태영" userId="8443cd8f-b258-4c7c-bbdd-a870d3924868" providerId="ADAL" clId="{C2494153-3512-43DC-9BB4-729A3043B87D}" dt="2021-11-07T14:43:01.422" v="20" actId="1076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C2494153-3512-43DC-9BB4-729A3043B87D}" dt="2021-11-07T14:43:18.827" v="29" actId="1076"/>
          <ac:spMkLst>
            <pc:docMk/>
            <pc:sldMk cId="1718267691" sldId="270"/>
            <ac:spMk id="3" creationId="{00000000-0000-0000-0000-000000000000}"/>
          </ac:spMkLst>
        </pc:spChg>
      </pc:sldChg>
      <pc:sldChg chg="modNotes">
        <pc:chgData name="김태영" userId="8443cd8f-b258-4c7c-bbdd-a870d3924868" providerId="ADAL" clId="{C2494153-3512-43DC-9BB4-729A3043B87D}" dt="2021-11-07T14:44:22.956" v="33" actId="368"/>
        <pc:sldMkLst>
          <pc:docMk/>
          <pc:sldMk cId="529763834" sldId="271"/>
        </pc:sldMkLst>
      </pc:sldChg>
      <pc:sldChg chg="modNotes">
        <pc:chgData name="김태영" userId="8443cd8f-b258-4c7c-bbdd-a870d3924868" providerId="ADAL" clId="{C2494153-3512-43DC-9BB4-729A3043B87D}" dt="2021-11-07T14:44:23.078" v="61" actId="368"/>
        <pc:sldMkLst>
          <pc:docMk/>
          <pc:sldMk cId="1373877919" sldId="274"/>
        </pc:sldMkLst>
      </pc:sldChg>
      <pc:sldChg chg="modNotes">
        <pc:chgData name="김태영" userId="8443cd8f-b258-4c7c-bbdd-a870d3924868" providerId="ADAL" clId="{C2494153-3512-43DC-9BB4-729A3043B87D}" dt="2021-11-07T14:44:22.981" v="35" actId="368"/>
        <pc:sldMkLst>
          <pc:docMk/>
          <pc:sldMk cId="1905737608" sldId="276"/>
        </pc:sldMkLst>
      </pc:sldChg>
      <pc:sldChg chg="modNotes">
        <pc:chgData name="김태영" userId="8443cd8f-b258-4c7c-bbdd-a870d3924868" providerId="ADAL" clId="{C2494153-3512-43DC-9BB4-729A3043B87D}" dt="2021-11-07T14:44:23.008" v="37" actId="368"/>
        <pc:sldMkLst>
          <pc:docMk/>
          <pc:sldMk cId="2813494908" sldId="277"/>
        </pc:sldMkLst>
      </pc:sldChg>
      <pc:sldChg chg="modNotes">
        <pc:chgData name="김태영" userId="8443cd8f-b258-4c7c-bbdd-a870d3924868" providerId="ADAL" clId="{C2494153-3512-43DC-9BB4-729A3043B87D}" dt="2021-11-07T14:44:23.021" v="39" actId="368"/>
        <pc:sldMkLst>
          <pc:docMk/>
          <pc:sldMk cId="3087930133" sldId="278"/>
        </pc:sldMkLst>
      </pc:sldChg>
      <pc:sldChg chg="modNotes">
        <pc:chgData name="김태영" userId="8443cd8f-b258-4c7c-bbdd-a870d3924868" providerId="ADAL" clId="{C2494153-3512-43DC-9BB4-729A3043B87D}" dt="2021-11-07T14:44:23.032" v="41" actId="368"/>
        <pc:sldMkLst>
          <pc:docMk/>
          <pc:sldMk cId="2842231967" sldId="279"/>
        </pc:sldMkLst>
      </pc:sldChg>
      <pc:sldChg chg="modNotes">
        <pc:chgData name="김태영" userId="8443cd8f-b258-4c7c-bbdd-a870d3924868" providerId="ADAL" clId="{C2494153-3512-43DC-9BB4-729A3043B87D}" dt="2021-11-07T14:44:23.086" v="63" actId="368"/>
        <pc:sldMkLst>
          <pc:docMk/>
          <pc:sldMk cId="2817131801" sldId="280"/>
        </pc:sldMkLst>
      </pc:sldChg>
      <pc:sldChg chg="modNotes">
        <pc:chgData name="김태영" userId="8443cd8f-b258-4c7c-bbdd-a870d3924868" providerId="ADAL" clId="{C2494153-3512-43DC-9BB4-729A3043B87D}" dt="2021-11-07T14:44:23.037" v="43" actId="368"/>
        <pc:sldMkLst>
          <pc:docMk/>
          <pc:sldMk cId="1120707945" sldId="281"/>
        </pc:sldMkLst>
      </pc:sldChg>
      <pc:sldChg chg="modNotes">
        <pc:chgData name="김태영" userId="8443cd8f-b258-4c7c-bbdd-a870d3924868" providerId="ADAL" clId="{C2494153-3512-43DC-9BB4-729A3043B87D}" dt="2021-11-07T14:44:23.042" v="45" actId="368"/>
        <pc:sldMkLst>
          <pc:docMk/>
          <pc:sldMk cId="3919417881" sldId="282"/>
        </pc:sldMkLst>
      </pc:sldChg>
      <pc:sldChg chg="modNotes">
        <pc:chgData name="김태영" userId="8443cd8f-b258-4c7c-bbdd-a870d3924868" providerId="ADAL" clId="{C2494153-3512-43DC-9BB4-729A3043B87D}" dt="2021-11-07T14:44:23.047" v="47" actId="368"/>
        <pc:sldMkLst>
          <pc:docMk/>
          <pc:sldMk cId="687479375" sldId="289"/>
        </pc:sldMkLst>
      </pc:sldChg>
      <pc:sldChg chg="modNotes">
        <pc:chgData name="김태영" userId="8443cd8f-b258-4c7c-bbdd-a870d3924868" providerId="ADAL" clId="{C2494153-3512-43DC-9BB4-729A3043B87D}" dt="2021-11-07T14:44:23.051" v="49" actId="368"/>
        <pc:sldMkLst>
          <pc:docMk/>
          <pc:sldMk cId="2388083860" sldId="290"/>
        </pc:sldMkLst>
      </pc:sldChg>
      <pc:sldChg chg="modNotes">
        <pc:chgData name="김태영" userId="8443cd8f-b258-4c7c-bbdd-a870d3924868" providerId="ADAL" clId="{C2494153-3512-43DC-9BB4-729A3043B87D}" dt="2021-11-07T14:44:23.074" v="59" actId="368"/>
        <pc:sldMkLst>
          <pc:docMk/>
          <pc:sldMk cId="1993463665" sldId="295"/>
        </pc:sldMkLst>
      </pc:sldChg>
      <pc:sldChg chg="modNotes">
        <pc:chgData name="김태영" userId="8443cd8f-b258-4c7c-bbdd-a870d3924868" providerId="ADAL" clId="{C2494153-3512-43DC-9BB4-729A3043B87D}" dt="2021-11-07T14:44:23.056" v="51" actId="368"/>
        <pc:sldMkLst>
          <pc:docMk/>
          <pc:sldMk cId="4234844260" sldId="296"/>
        </pc:sldMkLst>
      </pc:sldChg>
      <pc:sldChg chg="modNotes">
        <pc:chgData name="김태영" userId="8443cd8f-b258-4c7c-bbdd-a870d3924868" providerId="ADAL" clId="{C2494153-3512-43DC-9BB4-729A3043B87D}" dt="2021-11-07T14:44:23.060" v="53" actId="368"/>
        <pc:sldMkLst>
          <pc:docMk/>
          <pc:sldMk cId="3440690201" sldId="297"/>
        </pc:sldMkLst>
      </pc:sldChg>
      <pc:sldChg chg="modNotes">
        <pc:chgData name="김태영" userId="8443cd8f-b258-4c7c-bbdd-a870d3924868" providerId="ADAL" clId="{C2494153-3512-43DC-9BB4-729A3043B87D}" dt="2021-11-07T14:44:23.065" v="55" actId="368"/>
        <pc:sldMkLst>
          <pc:docMk/>
          <pc:sldMk cId="2370472165" sldId="298"/>
        </pc:sldMkLst>
      </pc:sldChg>
      <pc:sldChg chg="modNotes">
        <pc:chgData name="김태영" userId="8443cd8f-b258-4c7c-bbdd-a870d3924868" providerId="ADAL" clId="{C2494153-3512-43DC-9BB4-729A3043B87D}" dt="2021-11-07T14:44:23.069" v="57" actId="368"/>
        <pc:sldMkLst>
          <pc:docMk/>
          <pc:sldMk cId="2523140968" sldId="299"/>
        </pc:sldMkLst>
      </pc:sldChg>
      <pc:sldChg chg="delSp add mod ord">
        <pc:chgData name="김태영" userId="8443cd8f-b258-4c7c-bbdd-a870d3924868" providerId="ADAL" clId="{C2494153-3512-43DC-9BB4-729A3043B87D}" dt="2021-11-07T14:45:16.329" v="81" actId="478"/>
        <pc:sldMkLst>
          <pc:docMk/>
          <pc:sldMk cId="3032145493" sldId="301"/>
        </pc:sldMkLst>
        <pc:spChg chg="del">
          <ac:chgData name="김태영" userId="8443cd8f-b258-4c7c-bbdd-a870d3924868" providerId="ADAL" clId="{C2494153-3512-43DC-9BB4-729A3043B87D}" dt="2021-11-07T14:45:16.329" v="81" actId="478"/>
          <ac:spMkLst>
            <pc:docMk/>
            <pc:sldMk cId="3032145493" sldId="301"/>
            <ac:spMk id="7" creationId="{EBBD856E-6BCE-4D6F-8BAA-232F747DC314}"/>
          </ac:spMkLst>
        </pc:spChg>
      </pc:sldChg>
      <pc:sldChg chg="add">
        <pc:chgData name="김태영" userId="8443cd8f-b258-4c7c-bbdd-a870d3924868" providerId="ADAL" clId="{C2494153-3512-43DC-9BB4-729A3043B87D}" dt="2021-11-07T14:45:21.618" v="82" actId="2890"/>
        <pc:sldMkLst>
          <pc:docMk/>
          <pc:sldMk cId="2953387937" sldId="302"/>
        </pc:sldMkLst>
      </pc:sldChg>
      <pc:sldChg chg="add">
        <pc:chgData name="김태영" userId="8443cd8f-b258-4c7c-bbdd-a870d3924868" providerId="ADAL" clId="{C2494153-3512-43DC-9BB4-729A3043B87D}" dt="2021-11-07T14:45:25.143" v="83" actId="2890"/>
        <pc:sldMkLst>
          <pc:docMk/>
          <pc:sldMk cId="229462456" sldId="303"/>
        </pc:sldMkLst>
      </pc:sldChg>
    </pc:docChg>
  </pc:docChgLst>
  <pc:docChgLst>
    <pc:chgData name="김태영" userId="8443cd8f-b258-4c7c-bbdd-a870d3924868" providerId="ADAL" clId="{6BB71D4F-005F-46BF-AC9D-9DCCF35A520E}"/>
    <pc:docChg chg="undo redo custSel addSld delSld modSld sldOrd">
      <pc:chgData name="김태영" userId="8443cd8f-b258-4c7c-bbdd-a870d3924868" providerId="ADAL" clId="{6BB71D4F-005F-46BF-AC9D-9DCCF35A520E}" dt="2022-01-03T01:50:06.090" v="6147" actId="2711"/>
      <pc:docMkLst>
        <pc:docMk/>
      </pc:docMkLst>
      <pc:sldChg chg="addSp delSp modSp mod">
        <pc:chgData name="김태영" userId="8443cd8f-b258-4c7c-bbdd-a870d3924868" providerId="ADAL" clId="{6BB71D4F-005F-46BF-AC9D-9DCCF35A520E}" dt="2022-01-02T11:18:57.606" v="2296" actId="1076"/>
        <pc:sldMkLst>
          <pc:docMk/>
          <pc:sldMk cId="1718267691" sldId="270"/>
        </pc:sldMkLst>
        <pc:spChg chg="del">
          <ac:chgData name="김태영" userId="8443cd8f-b258-4c7c-bbdd-a870d3924868" providerId="ADAL" clId="{6BB71D4F-005F-46BF-AC9D-9DCCF35A520E}" dt="2022-01-01T06:27:39.799" v="1176" actId="478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6BB71D4F-005F-46BF-AC9D-9DCCF35A520E}" dt="2022-01-02T11:18:57.606" v="2296" actId="1076"/>
          <ac:spMkLst>
            <pc:docMk/>
            <pc:sldMk cId="1718267691" sldId="270"/>
            <ac:spMk id="3" creationId="{00000000-0000-0000-0000-000000000000}"/>
          </ac:spMkLst>
        </pc:spChg>
        <pc:picChg chg="add mod">
          <ac:chgData name="김태영" userId="8443cd8f-b258-4c7c-bbdd-a870d3924868" providerId="ADAL" clId="{6BB71D4F-005F-46BF-AC9D-9DCCF35A520E}" dt="2022-01-02T11:18:48.415" v="2284" actId="1076"/>
          <ac:picMkLst>
            <pc:docMk/>
            <pc:sldMk cId="1718267691" sldId="270"/>
            <ac:picMk id="5" creationId="{775156D7-15B4-4FAF-8B56-07FE7E4E7C56}"/>
          </ac:picMkLst>
        </pc:picChg>
      </pc:sldChg>
      <pc:sldChg chg="del">
        <pc:chgData name="김태영" userId="8443cd8f-b258-4c7c-bbdd-a870d3924868" providerId="ADAL" clId="{6BB71D4F-005F-46BF-AC9D-9DCCF35A520E}" dt="2022-01-01T06:28:04.378" v="1194" actId="47"/>
        <pc:sldMkLst>
          <pc:docMk/>
          <pc:sldMk cId="529763834" sldId="271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877545792" sldId="301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3032145493" sldId="301"/>
        </pc:sldMkLst>
      </pc:sldChg>
      <pc:sldChg chg="modSp mod">
        <pc:chgData name="김태영" userId="8443cd8f-b258-4c7c-bbdd-a870d3924868" providerId="ADAL" clId="{6BB71D4F-005F-46BF-AC9D-9DCCF35A520E}" dt="2022-01-02T11:14:53.162" v="2212" actId="20577"/>
        <pc:sldMkLst>
          <pc:docMk/>
          <pc:sldMk cId="2390786159" sldId="303"/>
        </pc:sldMkLst>
        <pc:spChg chg="mod">
          <ac:chgData name="김태영" userId="8443cd8f-b258-4c7c-bbdd-a870d3924868" providerId="ADAL" clId="{6BB71D4F-005F-46BF-AC9D-9DCCF35A520E}" dt="2022-01-02T11:14:32.699" v="2168" actId="20577"/>
          <ac:spMkLst>
            <pc:docMk/>
            <pc:sldMk cId="2390786159" sldId="303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14:50.319" v="2200" actId="14100"/>
          <ac:spMkLst>
            <pc:docMk/>
            <pc:sldMk cId="2390786159" sldId="303"/>
            <ac:spMk id="8" creationId="{7118655E-2535-4C60-99CE-D4B4BFA3C655}"/>
          </ac:spMkLst>
        </pc:spChg>
        <pc:spChg chg="mod">
          <ac:chgData name="김태영" userId="8443cd8f-b258-4c7c-bbdd-a870d3924868" providerId="ADAL" clId="{6BB71D4F-005F-46BF-AC9D-9DCCF35A520E}" dt="2022-01-02T11:14:53.162" v="2212" actId="20577"/>
          <ac:spMkLst>
            <pc:docMk/>
            <pc:sldMk cId="2390786159" sldId="303"/>
            <ac:spMk id="10" creationId="{1908F3B3-0503-4F85-837C-97FE7654E1BA}"/>
          </ac:spMkLst>
        </pc:spChg>
        <pc:spChg chg="mod">
          <ac:chgData name="김태영" userId="8443cd8f-b258-4c7c-bbdd-a870d3924868" providerId="ADAL" clId="{6BB71D4F-005F-46BF-AC9D-9DCCF35A520E}" dt="2022-01-01T14:09:34.959" v="1814" actId="113"/>
          <ac:spMkLst>
            <pc:docMk/>
            <pc:sldMk cId="2390786159" sldId="303"/>
            <ac:spMk id="11" creationId="{0560E3BD-5844-4914-95AD-C98A9E0C90DA}"/>
          </ac:spMkLst>
        </pc:spChg>
        <pc:spChg chg="mod">
          <ac:chgData name="김태영" userId="8443cd8f-b258-4c7c-bbdd-a870d3924868" providerId="ADAL" clId="{6BB71D4F-005F-46BF-AC9D-9DCCF35A520E}" dt="2022-01-01T14:09:51.338" v="1816" actId="113"/>
          <ac:spMkLst>
            <pc:docMk/>
            <pc:sldMk cId="2390786159" sldId="303"/>
            <ac:spMk id="13" creationId="{B2B78BF4-C661-4B31-A7B1-E7BF0E371B0C}"/>
          </ac:spMkLst>
        </pc:spChg>
      </pc:sldChg>
      <pc:sldChg chg="addSp modSp mod modNotesTx">
        <pc:chgData name="김태영" userId="8443cd8f-b258-4c7c-bbdd-a870d3924868" providerId="ADAL" clId="{6BB71D4F-005F-46BF-AC9D-9DCCF35A520E}" dt="2022-01-02T11:08:58.834" v="2117" actId="20577"/>
        <pc:sldMkLst>
          <pc:docMk/>
          <pc:sldMk cId="1304104444" sldId="305"/>
        </pc:sldMkLst>
        <pc:spChg chg="mod">
          <ac:chgData name="김태영" userId="8443cd8f-b258-4c7c-bbdd-a870d3924868" providerId="ADAL" clId="{6BB71D4F-005F-46BF-AC9D-9DCCF35A520E}" dt="2022-01-02T11:08:58.834" v="2117" actId="20577"/>
          <ac:spMkLst>
            <pc:docMk/>
            <pc:sldMk cId="1304104444" sldId="305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08:33.593" v="2107" actId="1076"/>
          <ac:spMkLst>
            <pc:docMk/>
            <pc:sldMk cId="1304104444" sldId="305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28.428" v="2105" actId="1076"/>
          <ac:spMkLst>
            <pc:docMk/>
            <pc:sldMk cId="1304104444" sldId="305"/>
            <ac:spMk id="11" creationId="{47DA464C-9594-430B-B6EC-3B4EB3C6EC4A}"/>
          </ac:spMkLst>
        </pc:spChg>
        <pc:spChg chg="mod">
          <ac:chgData name="김태영" userId="8443cd8f-b258-4c7c-bbdd-a870d3924868" providerId="ADAL" clId="{6BB71D4F-005F-46BF-AC9D-9DCCF35A520E}" dt="2022-01-01T14:06:45.523" v="1801" actId="1076"/>
          <ac:spMkLst>
            <pc:docMk/>
            <pc:sldMk cId="1304104444" sldId="305"/>
            <ac:spMk id="14" creationId="{71897D42-EB77-4B61-864E-8AF527C0FE80}"/>
          </ac:spMkLst>
        </pc:spChg>
        <pc:picChg chg="mod">
          <ac:chgData name="김태영" userId="8443cd8f-b258-4c7c-bbdd-a870d3924868" providerId="ADAL" clId="{6BB71D4F-005F-46BF-AC9D-9DCCF35A520E}" dt="2022-01-01T14:06:47.494" v="1802" actId="1076"/>
          <ac:picMkLst>
            <pc:docMk/>
            <pc:sldMk cId="1304104444" sldId="305"/>
            <ac:picMk id="4" creationId="{AA89CC8E-3760-41FC-9717-0C3094775946}"/>
          </ac:picMkLst>
        </pc:picChg>
      </pc:sldChg>
      <pc:sldChg chg="addSp delSp modSp mod">
        <pc:chgData name="김태영" userId="8443cd8f-b258-4c7c-bbdd-a870d3924868" providerId="ADAL" clId="{6BB71D4F-005F-46BF-AC9D-9DCCF35A520E}" dt="2022-01-03T01:24:03.174" v="5918" actId="20577"/>
        <pc:sldMkLst>
          <pc:docMk/>
          <pc:sldMk cId="2570363377" sldId="306"/>
        </pc:sldMkLst>
        <pc:spChg chg="mod">
          <ac:chgData name="김태영" userId="8443cd8f-b258-4c7c-bbdd-a870d3924868" providerId="ADAL" clId="{6BB71D4F-005F-46BF-AC9D-9DCCF35A520E}" dt="2022-01-02T11:09:02.835" v="2119" actId="20577"/>
          <ac:spMkLst>
            <pc:docMk/>
            <pc:sldMk cId="2570363377" sldId="306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08:37.783" v="2108" actId="478"/>
          <ac:spMkLst>
            <pc:docMk/>
            <pc:sldMk cId="2570363377" sldId="306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38.007" v="2109"/>
          <ac:spMkLst>
            <pc:docMk/>
            <pc:sldMk cId="2570363377" sldId="306"/>
            <ac:spMk id="11" creationId="{A9C5D5D5-DC06-467B-937E-A861A922A8C3}"/>
          </ac:spMkLst>
        </pc:spChg>
        <pc:spChg chg="add mod">
          <ac:chgData name="김태영" userId="8443cd8f-b258-4c7c-bbdd-a870d3924868" providerId="ADAL" clId="{6BB71D4F-005F-46BF-AC9D-9DCCF35A520E}" dt="2022-01-02T11:11:57.758" v="2166" actId="1076"/>
          <ac:spMkLst>
            <pc:docMk/>
            <pc:sldMk cId="2570363377" sldId="306"/>
            <ac:spMk id="12" creationId="{1CE72BF0-B949-4F6E-BFA1-03E109ADC63D}"/>
          </ac:spMkLst>
        </pc:spChg>
        <pc:spChg chg="mod">
          <ac:chgData name="김태영" userId="8443cd8f-b258-4c7c-bbdd-a870d3924868" providerId="ADAL" clId="{6BB71D4F-005F-46BF-AC9D-9DCCF35A520E}" dt="2022-01-03T01:24:03.174" v="5918" actId="20577"/>
          <ac:spMkLst>
            <pc:docMk/>
            <pc:sldMk cId="2570363377" sldId="306"/>
            <ac:spMk id="14" creationId="{71897D42-EB77-4B61-864E-8AF527C0FE80}"/>
          </ac:spMkLst>
        </pc:spChg>
        <pc:picChg chg="mod">
          <ac:chgData name="김태영" userId="8443cd8f-b258-4c7c-bbdd-a870d3924868" providerId="ADAL" clId="{6BB71D4F-005F-46BF-AC9D-9DCCF35A520E}" dt="2022-01-02T11:09:59.398" v="2148" actId="1076"/>
          <ac:picMkLst>
            <pc:docMk/>
            <pc:sldMk cId="2570363377" sldId="306"/>
            <ac:picMk id="9" creationId="{471F5A99-B432-44BB-9350-ECC400278690}"/>
          </ac:picMkLst>
        </pc:picChg>
      </pc:sldChg>
      <pc:sldChg chg="addSp delSp modSp mod ord">
        <pc:chgData name="김태영" userId="8443cd8f-b258-4c7c-bbdd-a870d3924868" providerId="ADAL" clId="{6BB71D4F-005F-46BF-AC9D-9DCCF35A520E}" dt="2022-01-03T01:30:18.763" v="5935" actId="20577"/>
        <pc:sldMkLst>
          <pc:docMk/>
          <pc:sldMk cId="1726684920" sldId="308"/>
        </pc:sldMkLst>
        <pc:spChg chg="mod">
          <ac:chgData name="김태영" userId="8443cd8f-b258-4c7c-bbdd-a870d3924868" providerId="ADAL" clId="{6BB71D4F-005F-46BF-AC9D-9DCCF35A520E}" dt="2022-01-02T11:09:06.689" v="2121" actId="20577"/>
          <ac:spMkLst>
            <pc:docMk/>
            <pc:sldMk cId="1726684920" sldId="308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08:51.170" v="2114" actId="478"/>
          <ac:spMkLst>
            <pc:docMk/>
            <pc:sldMk cId="1726684920" sldId="308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51.456" v="2115"/>
          <ac:spMkLst>
            <pc:docMk/>
            <pc:sldMk cId="1726684920" sldId="308"/>
            <ac:spMk id="9" creationId="{818E59CF-D3A1-4B6E-9CB1-CD7F2C82F6CC}"/>
          </ac:spMkLst>
        </pc:spChg>
        <pc:spChg chg="mod">
          <ac:chgData name="김태영" userId="8443cd8f-b258-4c7c-bbdd-a870d3924868" providerId="ADAL" clId="{6BB71D4F-005F-46BF-AC9D-9DCCF35A520E}" dt="2022-01-03T01:30:18.763" v="5935" actId="20577"/>
          <ac:spMkLst>
            <pc:docMk/>
            <pc:sldMk cId="1726684920" sldId="308"/>
            <ac:spMk id="11" creationId="{19B42B75-2027-4889-ACE8-1E787E598D81}"/>
          </ac:spMkLst>
        </pc:sp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492704920" sldId="310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3055485728" sldId="310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1439865966" sldId="311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3757419869" sldId="311"/>
        </pc:sldMkLst>
      </pc:sldChg>
      <pc:sldChg chg="addSp modSp mod ord">
        <pc:chgData name="김태영" userId="8443cd8f-b258-4c7c-bbdd-a870d3924868" providerId="ADAL" clId="{6BB71D4F-005F-46BF-AC9D-9DCCF35A520E}" dt="2022-01-02T11:16:31.994" v="2280" actId="1076"/>
        <pc:sldMkLst>
          <pc:docMk/>
          <pc:sldMk cId="2523817392" sldId="312"/>
        </pc:sldMkLst>
        <pc:spChg chg="mod">
          <ac:chgData name="김태영" userId="8443cd8f-b258-4c7c-bbdd-a870d3924868" providerId="ADAL" clId="{6BB71D4F-005F-46BF-AC9D-9DCCF35A520E}" dt="2022-01-02T11:14:58.197" v="2214" actId="20577"/>
          <ac:spMkLst>
            <pc:docMk/>
            <pc:sldMk cId="2523817392" sldId="312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16:31.994" v="2280" actId="1076"/>
          <ac:spMkLst>
            <pc:docMk/>
            <pc:sldMk cId="2523817392" sldId="312"/>
            <ac:spMk id="18" creationId="{FF532EC8-CC41-4490-B2BC-6D30A501AC61}"/>
          </ac:spMkLst>
        </pc:spChg>
        <pc:spChg chg="add mod">
          <ac:chgData name="김태영" userId="8443cd8f-b258-4c7c-bbdd-a870d3924868" providerId="ADAL" clId="{6BB71D4F-005F-46BF-AC9D-9DCCF35A520E}" dt="2022-01-02T11:15:58.863" v="2263" actId="1076"/>
          <ac:spMkLst>
            <pc:docMk/>
            <pc:sldMk cId="2523817392" sldId="312"/>
            <ac:spMk id="20" creationId="{71A0356B-946A-464F-B499-762E95B7BCFA}"/>
          </ac:spMkLst>
        </pc:spChg>
        <pc:grpChg chg="mod">
          <ac:chgData name="김태영" userId="8443cd8f-b258-4c7c-bbdd-a870d3924868" providerId="ADAL" clId="{6BB71D4F-005F-46BF-AC9D-9DCCF35A520E}" dt="2022-01-02T11:15:40.886" v="2215" actId="1076"/>
          <ac:grpSpMkLst>
            <pc:docMk/>
            <pc:sldMk cId="2523817392" sldId="312"/>
            <ac:grpSpMk id="45" creationId="{D9437D2E-D01C-4B59-8CDF-623D4C59D04B}"/>
          </ac:grpSpMkLst>
        </pc:grpChg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421234058" sldId="313"/>
        </pc:sldMkLst>
      </pc:sldChg>
      <pc:sldChg chg="modSp del mod">
        <pc:chgData name="김태영" userId="8443cd8f-b258-4c7c-bbdd-a870d3924868" providerId="ADAL" clId="{6BB71D4F-005F-46BF-AC9D-9DCCF35A520E}" dt="2022-01-02T12:04:52.124" v="2744" actId="2696"/>
        <pc:sldMkLst>
          <pc:docMk/>
          <pc:sldMk cId="1490474408" sldId="313"/>
        </pc:sldMkLst>
        <pc:spChg chg="mod">
          <ac:chgData name="김태영" userId="8443cd8f-b258-4c7c-bbdd-a870d3924868" providerId="ADAL" clId="{6BB71D4F-005F-46BF-AC9D-9DCCF35A520E}" dt="2022-01-02T11:34:12.159" v="2341" actId="20577"/>
          <ac:spMkLst>
            <pc:docMk/>
            <pc:sldMk cId="1490474408" sldId="313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2:04:40.358" v="2739" actId="1076"/>
          <ac:spMkLst>
            <pc:docMk/>
            <pc:sldMk cId="1490474408" sldId="313"/>
            <ac:spMk id="18" creationId="{FF532EC8-CC41-4490-B2BC-6D30A501AC61}"/>
          </ac:spMkLst>
        </pc:spChg>
        <pc:picChg chg="mod">
          <ac:chgData name="김태영" userId="8443cd8f-b258-4c7c-bbdd-a870d3924868" providerId="ADAL" clId="{6BB71D4F-005F-46BF-AC9D-9DCCF35A520E}" dt="2022-01-02T12:04:39.939" v="2738" actId="1076"/>
          <ac:picMkLst>
            <pc:docMk/>
            <pc:sldMk cId="1490474408" sldId="313"/>
            <ac:picMk id="13" creationId="{BC306A1E-E6A8-4D00-95C6-62A90442069C}"/>
          </ac:picMkLst>
        </pc:pic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344725705" sldId="313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228798995" sldId="314"/>
        </pc:sldMkLst>
      </pc:sldChg>
      <pc:sldChg chg="modSp del mod">
        <pc:chgData name="김태영" userId="8443cd8f-b258-4c7c-bbdd-a870d3924868" providerId="ADAL" clId="{6BB71D4F-005F-46BF-AC9D-9DCCF35A520E}" dt="2022-01-02T12:04:52.124" v="2744" actId="2696"/>
        <pc:sldMkLst>
          <pc:docMk/>
          <pc:sldMk cId="2026517445" sldId="314"/>
        </pc:sldMkLst>
        <pc:spChg chg="mod">
          <ac:chgData name="김태영" userId="8443cd8f-b258-4c7c-bbdd-a870d3924868" providerId="ADAL" clId="{6BB71D4F-005F-46BF-AC9D-9DCCF35A520E}" dt="2022-01-02T11:18:35.627" v="2282" actId="20577"/>
          <ac:spMkLst>
            <pc:docMk/>
            <pc:sldMk cId="2026517445" sldId="314"/>
            <ac:spMk id="3" creationId="{9AC5D99C-747A-4109-9928-21CBA3C4471D}"/>
          </ac:spMkLst>
        </pc:sp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4231799446" sldId="314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535377094" sldId="315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1568191783" sldId="315"/>
        </pc:sldMkLst>
      </pc:sldChg>
      <pc:sldChg chg="addSp delSp modSp mod ord">
        <pc:chgData name="김태영" userId="8443cd8f-b258-4c7c-bbdd-a870d3924868" providerId="ADAL" clId="{6BB71D4F-005F-46BF-AC9D-9DCCF35A520E}" dt="2022-01-02T11:48:12.384" v="2347"/>
        <pc:sldMkLst>
          <pc:docMk/>
          <pc:sldMk cId="1156014458" sldId="316"/>
        </pc:sldMkLst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8" creationId="{EEF216ED-606D-47D8-963D-6ADD972D98FD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9" creationId="{C6008CEF-E362-4660-84C3-77075437B145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11" creationId="{1C1629B6-5FCD-4887-AF0D-98631173CBDD}"/>
          </ac:spMkLst>
        </pc:spChg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31:29.143" v="2338" actId="478"/>
          <ac:cxnSpMkLst>
            <pc:docMk/>
            <pc:sldMk cId="1156014458" sldId="316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1:31:29.388" v="2339"/>
          <ac:cxnSpMkLst>
            <pc:docMk/>
            <pc:sldMk cId="1156014458" sldId="316"/>
            <ac:cxnSpMk id="10" creationId="{283734A5-750E-48BB-ACBB-F792B368C273}"/>
          </ac:cxnSpMkLst>
        </pc:cxn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508291833" sldId="318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2594186074" sldId="318"/>
        </pc:sldMkLst>
      </pc:sldChg>
      <pc:sldChg chg="del">
        <pc:chgData name="김태영" userId="8443cd8f-b258-4c7c-bbdd-a870d3924868" providerId="ADAL" clId="{6BB71D4F-005F-46BF-AC9D-9DCCF35A520E}" dt="2022-01-02T11:53:18.487" v="2481" actId="47"/>
        <pc:sldMkLst>
          <pc:docMk/>
          <pc:sldMk cId="3829291059" sldId="320"/>
        </pc:sldMkLst>
      </pc:sldChg>
      <pc:sldChg chg="modSp mod ord">
        <pc:chgData name="김태영" userId="8443cd8f-b258-4c7c-bbdd-a870d3924868" providerId="ADAL" clId="{6BB71D4F-005F-46BF-AC9D-9DCCF35A520E}" dt="2022-01-03T01:34:07.623" v="5937"/>
        <pc:sldMkLst>
          <pc:docMk/>
          <pc:sldMk cId="2285916183" sldId="321"/>
        </pc:sldMkLst>
        <pc:spChg chg="mod">
          <ac:chgData name="김태영" userId="8443cd8f-b258-4c7c-bbdd-a870d3924868" providerId="ADAL" clId="{6BB71D4F-005F-46BF-AC9D-9DCCF35A520E}" dt="2022-01-02T11:49:11.958" v="2359" actId="20577"/>
          <ac:spMkLst>
            <pc:docMk/>
            <pc:sldMk cId="2285916183" sldId="321"/>
            <ac:spMk id="2" creationId="{CF4CE3D9-E592-44B8-A6ED-538CAA7B0CF9}"/>
          </ac:spMkLst>
        </pc:spChg>
        <pc:spChg chg="mod">
          <ac:chgData name="김태영" userId="8443cd8f-b258-4c7c-bbdd-a870d3924868" providerId="ADAL" clId="{6BB71D4F-005F-46BF-AC9D-9DCCF35A520E}" dt="2022-01-02T11:48:20.730" v="2349" actId="20577"/>
          <ac:spMkLst>
            <pc:docMk/>
            <pc:sldMk cId="2285916183" sldId="321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48:28.908" v="2352" actId="20577"/>
          <ac:spMkLst>
            <pc:docMk/>
            <pc:sldMk cId="2285916183" sldId="321"/>
            <ac:spMk id="5" creationId="{26EAEEBF-5BDB-4608-AAFA-A699C7F4D6A6}"/>
          </ac:spMkLst>
        </pc:spChg>
      </pc:sldChg>
      <pc:sldChg chg="modSp mod ord">
        <pc:chgData name="김태영" userId="8443cd8f-b258-4c7c-bbdd-a870d3924868" providerId="ADAL" clId="{6BB71D4F-005F-46BF-AC9D-9DCCF35A520E}" dt="2022-01-03T01:34:07.623" v="5937"/>
        <pc:sldMkLst>
          <pc:docMk/>
          <pc:sldMk cId="4100127133" sldId="322"/>
        </pc:sldMkLst>
        <pc:spChg chg="mod">
          <ac:chgData name="김태영" userId="8443cd8f-b258-4c7c-bbdd-a870d3924868" providerId="ADAL" clId="{6BB71D4F-005F-46BF-AC9D-9DCCF35A520E}" dt="2022-01-02T11:51:33.865" v="2367" actId="20577"/>
          <ac:spMkLst>
            <pc:docMk/>
            <pc:sldMk cId="4100127133" sldId="322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51:32.059" v="2365" actId="20577"/>
          <ac:spMkLst>
            <pc:docMk/>
            <pc:sldMk cId="4100127133" sldId="322"/>
            <ac:spMk id="5" creationId="{26EAEEBF-5BDB-4608-AAFA-A699C7F4D6A6}"/>
          </ac:spMkLst>
        </pc:spChg>
        <pc:spChg chg="mod">
          <ac:chgData name="김태영" userId="8443cd8f-b258-4c7c-bbdd-a870d3924868" providerId="ADAL" clId="{6BB71D4F-005F-46BF-AC9D-9DCCF35A520E}" dt="2022-01-02T11:50:32.408" v="2360" actId="115"/>
          <ac:spMkLst>
            <pc:docMk/>
            <pc:sldMk cId="4100127133" sldId="322"/>
            <ac:spMk id="16" creationId="{33FCD501-7014-48A2-9634-8338C0D2E1F5}"/>
          </ac:spMkLst>
        </pc:spChg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310961874" sldId="323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2576018947" sldId="323"/>
        </pc:sldMkLst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5" creationId="{26EAEEBF-5BDB-4608-AAFA-A699C7F4D6A6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1" creationId="{3188DAF9-0D91-42B1-B659-346C738A7D39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3" creationId="{5347EF53-5BF6-4205-9694-AC36B305D848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5" creationId="{311E15E1-07E5-4F57-9960-C21C99182D5E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6" creationId="{8926C847-8CAD-438D-9D36-9F4E2C966E94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7" creationId="{1BBFAA32-DA28-4875-A13B-838601F962E5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9" creationId="{82FA68FE-1DB1-4B59-9233-C0BE2A34F9FF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0" creationId="{6EB5EF9A-A838-4DCF-A0E2-41561F5BFDE1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1" creationId="{A1633C83-DF1C-4D42-893F-3777E09167D1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3" creationId="{4A6A8E42-EA68-4793-AC8C-DBED0D472D5C}"/>
          </ac:spMkLst>
        </pc:spChg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51:42.838" v="2372" actId="478"/>
          <ac:cxnSpMkLst>
            <pc:docMk/>
            <pc:sldMk cId="2576018947" sldId="323"/>
            <ac:cxnSpMk id="6" creationId="{DF56F183-9B09-48BA-BF2F-14C52941FBDC}"/>
          </ac:cxnSpMkLst>
        </pc:cxnChg>
        <pc:cxnChg chg="add del mod">
          <ac:chgData name="김태영" userId="8443cd8f-b258-4c7c-bbdd-a870d3924868" providerId="ADAL" clId="{6BB71D4F-005F-46BF-AC9D-9DCCF35A520E}" dt="2022-01-02T11:51:39.084" v="2369"/>
          <ac:cxnSpMkLst>
            <pc:docMk/>
            <pc:sldMk cId="2576018947" sldId="323"/>
            <ac:cxnSpMk id="14" creationId="{FE735194-01AD-4398-AB63-9B41ACBA8E5A}"/>
          </ac:cxnSpMkLst>
        </pc:cxnChg>
        <pc:cxnChg chg="add del mod">
          <ac:chgData name="김태영" userId="8443cd8f-b258-4c7c-bbdd-a870d3924868" providerId="ADAL" clId="{6BB71D4F-005F-46BF-AC9D-9DCCF35A520E}" dt="2022-01-02T11:51:42.580" v="2371"/>
          <ac:cxnSpMkLst>
            <pc:docMk/>
            <pc:sldMk cId="2576018947" sldId="323"/>
            <ac:cxnSpMk id="18" creationId="{ACB3189B-428A-4E05-8FAA-3DE4ADC48E9D}"/>
          </ac:cxnSpMkLst>
        </pc:cxnChg>
        <pc:cxnChg chg="add mod">
          <ac:chgData name="김태영" userId="8443cd8f-b258-4c7c-bbdd-a870d3924868" providerId="ADAL" clId="{6BB71D4F-005F-46BF-AC9D-9DCCF35A520E}" dt="2022-01-02T11:51:43.100" v="2373"/>
          <ac:cxnSpMkLst>
            <pc:docMk/>
            <pc:sldMk cId="2576018947" sldId="323"/>
            <ac:cxnSpMk id="22" creationId="{6E093DDF-C14F-4F28-9535-D8CEDC1E4A5A}"/>
          </ac:cxnSpMkLst>
        </pc:cxnChg>
      </pc:sldChg>
      <pc:sldChg chg="add del">
        <pc:chgData name="김태영" userId="8443cd8f-b258-4c7c-bbdd-a870d3924868" providerId="ADAL" clId="{6BB71D4F-005F-46BF-AC9D-9DCCF35A520E}" dt="2022-01-02T12:12:53.304" v="3702" actId="47"/>
        <pc:sldMkLst>
          <pc:docMk/>
          <pc:sldMk cId="3119756974" sldId="323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907684384" sldId="324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3421980833" sldId="324"/>
        </pc:sldMkLst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1" creationId="{7EE31292-04DF-4B25-B588-DC2EE724B47A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3" creationId="{00EC4670-EDF9-4D95-AB34-115387BA587E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5" creationId="{98657BD5-3B1D-4B81-A00B-90AC63BC498A}"/>
          </ac:spMkLst>
        </pc:spChg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51:46.747" v="2374" actId="478"/>
          <ac:cxnSpMkLst>
            <pc:docMk/>
            <pc:sldMk cId="3421980833" sldId="324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1:51:47.023" v="2375"/>
          <ac:cxnSpMkLst>
            <pc:docMk/>
            <pc:sldMk cId="3421980833" sldId="324"/>
            <ac:cxnSpMk id="14" creationId="{31BC78A3-8F5E-403A-9A9A-568584682A23}"/>
          </ac:cxnSpMkLst>
        </pc:cxnChg>
      </pc:sldChg>
      <pc:sldChg chg="add del">
        <pc:chgData name="김태영" userId="8443cd8f-b258-4c7c-bbdd-a870d3924868" providerId="ADAL" clId="{6BB71D4F-005F-46BF-AC9D-9DCCF35A520E}" dt="2022-01-02T12:12:54.287" v="3703" actId="47"/>
        <pc:sldMkLst>
          <pc:docMk/>
          <pc:sldMk cId="4197735471" sldId="324"/>
        </pc:sldMkLst>
      </pc:sldChg>
      <pc:sldChg chg="add del">
        <pc:chgData name="김태영" userId="8443cd8f-b258-4c7c-bbdd-a870d3924868" providerId="ADAL" clId="{6BB71D4F-005F-46BF-AC9D-9DCCF35A520E}" dt="2022-01-02T12:12:54.400" v="3704" actId="47"/>
        <pc:sldMkLst>
          <pc:docMk/>
          <pc:sldMk cId="198676454" sldId="325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893381210" sldId="325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3280456474" sldId="325"/>
        </pc:sldMkLst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3" creationId="{E086EA28-A0BD-4AA2-ACCA-561A5B5F4BC4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5" creationId="{671F686A-DB07-442B-9C97-A0DC7D5BE4F8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8" creationId="{45E7B257-31CB-4156-A83E-3B68C271BF9C}"/>
          </ac:spMkLst>
        </pc:spChg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41" creationId="{4FD2D8B8-D718-4F6F-A048-D81FF4BE3DA0}"/>
          </ac:spMkLst>
        </pc:spChg>
        <pc:cxnChg chg="add mod">
          <ac:chgData name="김태영" userId="8443cd8f-b258-4c7c-bbdd-a870d3924868" providerId="ADAL" clId="{6BB71D4F-005F-46BF-AC9D-9DCCF35A520E}" dt="2022-01-02T11:51:50.012" v="2377"/>
          <ac:cxnSpMkLst>
            <pc:docMk/>
            <pc:sldMk cId="3280456474" sldId="325"/>
            <ac:cxnSpMk id="17" creationId="{55917D71-9F11-49D1-88A8-8B056E2A1684}"/>
          </ac:cxnSpMkLst>
        </pc:cxnChg>
      </pc:sldChg>
      <pc:sldChg chg="del">
        <pc:chgData name="김태영" userId="8443cd8f-b258-4c7c-bbdd-a870d3924868" providerId="ADAL" clId="{6BB71D4F-005F-46BF-AC9D-9DCCF35A520E}" dt="2022-01-02T12:11:49.042" v="3685" actId="47"/>
        <pc:sldMkLst>
          <pc:docMk/>
          <pc:sldMk cId="343920036" sldId="330"/>
        </pc:sldMkLst>
      </pc:sldChg>
      <pc:sldChg chg="addSp delSp modSp add mod ord modNotesTx">
        <pc:chgData name="김태영" userId="8443cd8f-b258-4c7c-bbdd-a870d3924868" providerId="ADAL" clId="{6BB71D4F-005F-46BF-AC9D-9DCCF35A520E}" dt="2022-01-03T01:36:47.291" v="5939" actId="20577"/>
        <pc:sldMkLst>
          <pc:docMk/>
          <pc:sldMk cId="3828819505" sldId="331"/>
        </pc:sldMkLst>
        <pc:spChg chg="del">
          <ac:chgData name="김태영" userId="8443cd8f-b258-4c7c-bbdd-a870d3924868" providerId="ADAL" clId="{6BB71D4F-005F-46BF-AC9D-9DCCF35A520E}" dt="2021-12-29T08:55:21.056" v="25" actId="478"/>
          <ac:spMkLst>
            <pc:docMk/>
            <pc:sldMk cId="3828819505" sldId="331"/>
            <ac:spMk id="2" creationId="{8F7052E9-AFEA-4D45-953E-7E1D722F5226}"/>
          </ac:spMkLst>
        </pc:spChg>
        <pc:spChg chg="del mod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2:03:26.457" v="2682"/>
          <ac:spMkLst>
            <pc:docMk/>
            <pc:sldMk cId="3828819505" sldId="331"/>
            <ac:spMk id="8" creationId="{D92B1850-7B9F-4D25-8246-41645B91AB7E}"/>
          </ac:spMkLst>
        </pc:spChg>
        <pc:spChg chg="add mod">
          <ac:chgData name="김태영" userId="8443cd8f-b258-4c7c-bbdd-a870d3924868" providerId="ADAL" clId="{6BB71D4F-005F-46BF-AC9D-9DCCF35A520E}" dt="2022-01-02T12:03:28.513" v="2684" actId="20577"/>
          <ac:spMkLst>
            <pc:docMk/>
            <pc:sldMk cId="3828819505" sldId="331"/>
            <ac:spMk id="9" creationId="{CFDA6E62-10E4-4043-A2A0-1C9010BBB2CE}"/>
          </ac:spMkLst>
        </pc:spChg>
        <pc:spChg chg="add mod">
          <ac:chgData name="김태영" userId="8443cd8f-b258-4c7c-bbdd-a870d3924868" providerId="ADAL" clId="{6BB71D4F-005F-46BF-AC9D-9DCCF35A520E}" dt="2022-01-02T12:03:30.658" v="2688" actId="20577"/>
          <ac:spMkLst>
            <pc:docMk/>
            <pc:sldMk cId="3828819505" sldId="331"/>
            <ac:spMk id="11" creationId="{1EF3AC0E-27C3-43BA-BE76-FCC1B48672EE}"/>
          </ac:spMkLst>
        </pc:spChg>
        <pc:spChg chg="del mod">
          <ac:chgData name="김태영" userId="8443cd8f-b258-4c7c-bbdd-a870d3924868" providerId="ADAL" clId="{6BB71D4F-005F-46BF-AC9D-9DCCF35A520E}" dt="2022-01-02T12:06:35.718" v="2775"/>
          <ac:spMkLst>
            <pc:docMk/>
            <pc:sldMk cId="3828819505" sldId="331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3T01:36:47.291" v="5939" actId="20577"/>
          <ac:spMkLst>
            <pc:docMk/>
            <pc:sldMk cId="3828819505" sldId="331"/>
            <ac:spMk id="13" creationId="{0EF0E44A-252F-4948-B8C4-367139E6862B}"/>
          </ac:spMkLst>
        </pc:spChg>
        <pc:spChg chg="del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41" creationId="{4FD2D8B8-D718-4F6F-A048-D81FF4BE3DA0}"/>
          </ac:spMkLst>
        </pc:spChg>
        <pc:cxnChg chg="add mod">
          <ac:chgData name="김태영" userId="8443cd8f-b258-4c7c-bbdd-a870d3924868" providerId="ADAL" clId="{6BB71D4F-005F-46BF-AC9D-9DCCF35A520E}" dt="2022-01-02T12:03:26.457" v="2682"/>
          <ac:cxnSpMkLst>
            <pc:docMk/>
            <pc:sldMk cId="3828819505" sldId="331"/>
            <ac:cxnSpMk id="10" creationId="{B59F6A80-81A4-4AAE-86AE-13A03DF542E7}"/>
          </ac:cxnSpMkLst>
        </pc:cxnChg>
      </pc:sldChg>
      <pc:sldChg chg="addSp delSp modSp add mod ord modNotesTx">
        <pc:chgData name="김태영" userId="8443cd8f-b258-4c7c-bbdd-a870d3924868" providerId="ADAL" clId="{6BB71D4F-005F-46BF-AC9D-9DCCF35A520E}" dt="2022-01-03T01:36:54.086" v="5941" actId="20577"/>
        <pc:sldMkLst>
          <pc:docMk/>
          <pc:sldMk cId="889244310" sldId="332"/>
        </pc:sldMkLst>
        <pc:spChg chg="del">
          <ac:chgData name="김태영" userId="8443cd8f-b258-4c7c-bbdd-a870d3924868" providerId="ADAL" clId="{6BB71D4F-005F-46BF-AC9D-9DCCF35A520E}" dt="2021-12-29T08:56:14.666" v="231" actId="478"/>
          <ac:spMkLst>
            <pc:docMk/>
            <pc:sldMk cId="889244310" sldId="332"/>
            <ac:spMk id="2" creationId="{8F7052E9-AFEA-4D45-953E-7E1D722F5226}"/>
          </ac:spMkLst>
        </pc:spChg>
        <pc:spChg chg="del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2:03:47.404" v="2697"/>
          <ac:spMkLst>
            <pc:docMk/>
            <pc:sldMk cId="889244310" sldId="332"/>
            <ac:spMk id="8" creationId="{5F945A91-4E00-4E06-AFC7-6A16B7C79B0B}"/>
          </ac:spMkLst>
        </pc:spChg>
        <pc:spChg chg="add mod">
          <ac:chgData name="김태영" userId="8443cd8f-b258-4c7c-bbdd-a870d3924868" providerId="ADAL" clId="{6BB71D4F-005F-46BF-AC9D-9DCCF35A520E}" dt="2022-01-02T12:03:48.929" v="2699" actId="20577"/>
          <ac:spMkLst>
            <pc:docMk/>
            <pc:sldMk cId="889244310" sldId="332"/>
            <ac:spMk id="9" creationId="{5429DAF7-99F4-4544-9806-4DAC99159876}"/>
          </ac:spMkLst>
        </pc:spChg>
        <pc:spChg chg="add mod">
          <ac:chgData name="김태영" userId="8443cd8f-b258-4c7c-bbdd-a870d3924868" providerId="ADAL" clId="{6BB71D4F-005F-46BF-AC9D-9DCCF35A520E}" dt="2022-01-02T12:03:50.785" v="2703" actId="20577"/>
          <ac:spMkLst>
            <pc:docMk/>
            <pc:sldMk cId="889244310" sldId="332"/>
            <ac:spMk id="11" creationId="{12E79116-A862-4D9D-8822-AB58DE9FD09D}"/>
          </ac:spMkLst>
        </pc:spChg>
        <pc:spChg chg="del mod">
          <ac:chgData name="김태영" userId="8443cd8f-b258-4c7c-bbdd-a870d3924868" providerId="ADAL" clId="{6BB71D4F-005F-46BF-AC9D-9DCCF35A520E}" dt="2022-01-02T12:38:11.050" v="4531"/>
          <ac:spMkLst>
            <pc:docMk/>
            <pc:sldMk cId="889244310" sldId="332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3T01:36:54.086" v="5941" actId="20577"/>
          <ac:spMkLst>
            <pc:docMk/>
            <pc:sldMk cId="889244310" sldId="332"/>
            <ac:spMk id="13" creationId="{037E1A6A-1DCD-4096-A1BF-E14B1C8EB61E}"/>
          </ac:spMkLst>
        </pc:spChg>
        <pc:spChg chg="del mod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2:03:46.653" v="2696" actId="478"/>
          <ac:cxnSpMkLst>
            <pc:docMk/>
            <pc:sldMk cId="889244310" sldId="332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2:03:47.404" v="2697"/>
          <ac:cxnSpMkLst>
            <pc:docMk/>
            <pc:sldMk cId="889244310" sldId="332"/>
            <ac:cxnSpMk id="10" creationId="{041F5A42-49D2-4651-9662-6ECA843BE906}"/>
          </ac:cxnSpMkLst>
        </pc:cxnChg>
      </pc:sldChg>
      <pc:sldChg chg="addSp delSp modSp add mod ord modNotesTx">
        <pc:chgData name="김태영" userId="8443cd8f-b258-4c7c-bbdd-a870d3924868" providerId="ADAL" clId="{6BB71D4F-005F-46BF-AC9D-9DCCF35A520E}" dt="2022-01-03T01:50:06.090" v="6147" actId="2711"/>
        <pc:sldMkLst>
          <pc:docMk/>
          <pc:sldMk cId="1689874822" sldId="333"/>
        </pc:sldMkLst>
        <pc:spChg chg="del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5" creationId="{26EAEEBF-5BDB-4608-AAFA-A699C7F4D6A6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8" creationId="{3B5BE0F2-5997-470B-AFB4-6D178493ACA0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9" creationId="{FA6816EC-ECF9-4351-A8DF-BFB9DEE0EEFA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11" creationId="{BE1A0670-9EB3-4621-92F9-3B4874D7FDC3}"/>
          </ac:spMkLst>
        </pc:spChg>
        <pc:spChg chg="del mod">
          <ac:chgData name="김태영" userId="8443cd8f-b258-4c7c-bbdd-a870d3924868" providerId="ADAL" clId="{6BB71D4F-005F-46BF-AC9D-9DCCF35A520E}" dt="2022-01-02T12:53:52.686" v="5468"/>
          <ac:spMkLst>
            <pc:docMk/>
            <pc:sldMk cId="1689874822" sldId="333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2T12:03:53.591" v="2705"/>
          <ac:spMkLst>
            <pc:docMk/>
            <pc:sldMk cId="1689874822" sldId="333"/>
            <ac:spMk id="13" creationId="{516097D0-3B9B-4C68-B4EB-4D6AB0D3E490}"/>
          </ac:spMkLst>
        </pc:spChg>
        <pc:spChg chg="add mod">
          <ac:chgData name="김태영" userId="8443cd8f-b258-4c7c-bbdd-a870d3924868" providerId="ADAL" clId="{6BB71D4F-005F-46BF-AC9D-9DCCF35A520E}" dt="2022-01-02T12:03:58.804" v="2709" actId="20577"/>
          <ac:spMkLst>
            <pc:docMk/>
            <pc:sldMk cId="1689874822" sldId="333"/>
            <ac:spMk id="14" creationId="{E436087C-F4F7-47F1-916D-3D870848107B}"/>
          </ac:spMkLst>
        </pc:spChg>
        <pc:spChg chg="add mod">
          <ac:chgData name="김태영" userId="8443cd8f-b258-4c7c-bbdd-a870d3924868" providerId="ADAL" clId="{6BB71D4F-005F-46BF-AC9D-9DCCF35A520E}" dt="2022-01-02T12:04:01.939" v="2722" actId="20577"/>
          <ac:spMkLst>
            <pc:docMk/>
            <pc:sldMk cId="1689874822" sldId="333"/>
            <ac:spMk id="16" creationId="{B33EAECF-4999-44EF-A66E-0B645D28319D}"/>
          </ac:spMkLst>
        </pc:spChg>
        <pc:spChg chg="add mod">
          <ac:chgData name="김태영" userId="8443cd8f-b258-4c7c-bbdd-a870d3924868" providerId="ADAL" clId="{6BB71D4F-005F-46BF-AC9D-9DCCF35A520E}" dt="2022-01-03T01:50:06.090" v="6147" actId="2711"/>
          <ac:spMkLst>
            <pc:docMk/>
            <pc:sldMk cId="1689874822" sldId="333"/>
            <ac:spMk id="17" creationId="{12B352AC-0E41-4651-992C-EECF4E4347A1}"/>
          </ac:spMkLst>
        </pc:spChg>
        <pc:spChg chg="del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2:03:37.315" v="2693" actId="478"/>
          <ac:cxnSpMkLst>
            <pc:docMk/>
            <pc:sldMk cId="1689874822" sldId="333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2:03:38.060" v="2694"/>
          <ac:cxnSpMkLst>
            <pc:docMk/>
            <pc:sldMk cId="1689874822" sldId="333"/>
            <ac:cxnSpMk id="10" creationId="{1A7D4238-2E6F-4FEF-9C91-BEED0B3AD004}"/>
          </ac:cxnSpMkLst>
        </pc:cxnChg>
        <pc:cxnChg chg="add mod">
          <ac:chgData name="김태영" userId="8443cd8f-b258-4c7c-bbdd-a870d3924868" providerId="ADAL" clId="{6BB71D4F-005F-46BF-AC9D-9DCCF35A520E}" dt="2022-01-02T12:03:53.591" v="2705"/>
          <ac:cxnSpMkLst>
            <pc:docMk/>
            <pc:sldMk cId="1689874822" sldId="333"/>
            <ac:cxnSpMk id="15" creationId="{CBFEEC93-FF67-4072-85B2-718A772E5B36}"/>
          </ac:cxnSpMkLst>
        </pc:cxnChg>
      </pc:sldChg>
      <pc:sldChg chg="delSp modSp add mod ord">
        <pc:chgData name="김태영" userId="8443cd8f-b258-4c7c-bbdd-a870d3924868" providerId="ADAL" clId="{6BB71D4F-005F-46BF-AC9D-9DCCF35A520E}" dt="2022-01-02T11:51:11.412" v="2361" actId="115"/>
        <pc:sldMkLst>
          <pc:docMk/>
          <pc:sldMk cId="2473143893" sldId="334"/>
        </pc:sldMkLst>
        <pc:spChg chg="mod">
          <ac:chgData name="김태영" userId="8443cd8f-b258-4c7c-bbdd-a870d3924868" providerId="ADAL" clId="{6BB71D4F-005F-46BF-AC9D-9DCCF35A520E}" dt="2022-01-02T11:34:20.902" v="2343" actId="20577"/>
          <ac:spMkLst>
            <pc:docMk/>
            <pc:sldMk cId="2473143893" sldId="334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31:05.424" v="2335" actId="20577"/>
          <ac:spMkLst>
            <pc:docMk/>
            <pc:sldMk cId="2473143893" sldId="334"/>
            <ac:spMk id="11" creationId="{BF6E2696-321F-441C-9781-2BB46A66BABF}"/>
          </ac:spMkLst>
        </pc:spChg>
        <pc:spChg chg="del mod">
          <ac:chgData name="김태영" userId="8443cd8f-b258-4c7c-bbdd-a870d3924868" providerId="ADAL" clId="{6BB71D4F-005F-46BF-AC9D-9DCCF35A520E}" dt="2022-01-02T11:29:46.768" v="2318" actId="478"/>
          <ac:spMkLst>
            <pc:docMk/>
            <pc:sldMk cId="2473143893" sldId="334"/>
            <ac:spMk id="12" creationId="{2A9F3C9B-74C0-4C65-BE7D-398BF0DE373B}"/>
          </ac:spMkLst>
        </pc:spChg>
        <pc:spChg chg="mod">
          <ac:chgData name="김태영" userId="8443cd8f-b258-4c7c-bbdd-a870d3924868" providerId="ADAL" clId="{6BB71D4F-005F-46BF-AC9D-9DCCF35A520E}" dt="2022-01-02T11:51:11.412" v="2361" actId="115"/>
          <ac:spMkLst>
            <pc:docMk/>
            <pc:sldMk cId="2473143893" sldId="334"/>
            <ac:spMk id="18" creationId="{FF532EC8-CC41-4490-B2BC-6D30A501AC61}"/>
          </ac:spMkLst>
        </pc:spChg>
        <pc:picChg chg="mod">
          <ac:chgData name="김태영" userId="8443cd8f-b258-4c7c-bbdd-a870d3924868" providerId="ADAL" clId="{6BB71D4F-005F-46BF-AC9D-9DCCF35A520E}" dt="2022-01-02T11:29:55.975" v="2323" actId="1076"/>
          <ac:picMkLst>
            <pc:docMk/>
            <pc:sldMk cId="2473143893" sldId="334"/>
            <ac:picMk id="8" creationId="{766A371E-7D52-4CBA-B4C9-20DA6B4646F2}"/>
          </ac:picMkLst>
        </pc:picChg>
        <pc:cxnChg chg="mod">
          <ac:chgData name="김태영" userId="8443cd8f-b258-4c7c-bbdd-a870d3924868" providerId="ADAL" clId="{6BB71D4F-005F-46BF-AC9D-9DCCF35A520E}" dt="2022-01-02T11:31:02.047" v="2334" actId="1076"/>
          <ac:cxnSpMkLst>
            <pc:docMk/>
            <pc:sldMk cId="2473143893" sldId="334"/>
            <ac:cxnSpMk id="10" creationId="{2FFA788B-5AE5-42B8-8CEE-650F9097D727}"/>
          </ac:cxnSpMkLst>
        </pc:cxnChg>
      </pc:sldChg>
      <pc:sldChg chg="addSp delSp modSp add mod">
        <pc:chgData name="김태영" userId="8443cd8f-b258-4c7c-bbdd-a870d3924868" providerId="ADAL" clId="{6BB71D4F-005F-46BF-AC9D-9DCCF35A520E}" dt="2022-01-02T12:03:08.785" v="2678" actId="14100"/>
        <pc:sldMkLst>
          <pc:docMk/>
          <pc:sldMk cId="4137714097" sldId="335"/>
        </pc:sldMkLst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9" creationId="{2BDB7C23-92C9-4EC1-AD1F-EAB0993602C3}"/>
          </ac:spMkLst>
        </pc:spChg>
        <pc:spChg chg="add mod">
          <ac:chgData name="김태영" userId="8443cd8f-b258-4c7c-bbdd-a870d3924868" providerId="ADAL" clId="{6BB71D4F-005F-46BF-AC9D-9DCCF35A520E}" dt="2022-01-02T12:03:08.785" v="2678" actId="14100"/>
          <ac:spMkLst>
            <pc:docMk/>
            <pc:sldMk cId="4137714097" sldId="335"/>
            <ac:spMk id="12" creationId="{D883C8A4-5AA7-4E34-BFA8-B2B2F38A3842}"/>
          </ac:spMkLst>
        </pc:spChg>
        <pc:spChg chg="add mod">
          <ac:chgData name="김태영" userId="8443cd8f-b258-4c7c-bbdd-a870d3924868" providerId="ADAL" clId="{6BB71D4F-005F-46BF-AC9D-9DCCF35A520E}" dt="2022-01-02T12:03:02.824" v="2676" actId="20577"/>
          <ac:spMkLst>
            <pc:docMk/>
            <pc:sldMk cId="4137714097" sldId="335"/>
            <ac:spMk id="13" creationId="{13658997-4BD1-4847-91A7-A3979CE98BDC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14" creationId="{1AA33213-588E-41C6-970B-2D15BB58AD31}"/>
          </ac:spMkLst>
        </pc:spChg>
        <pc:spChg chg="add mod">
          <ac:chgData name="김태영" userId="8443cd8f-b258-4c7c-bbdd-a870d3924868" providerId="ADAL" clId="{6BB71D4F-005F-46BF-AC9D-9DCCF35A520E}" dt="2022-01-02T12:03:06.525" v="2677" actId="14100"/>
          <ac:spMkLst>
            <pc:docMk/>
            <pc:sldMk cId="4137714097" sldId="335"/>
            <ac:spMk id="15" creationId="{E2CE0576-F625-4785-ACE1-7A81A0FD10B6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16" creationId="{33FCD501-7014-48A2-9634-8338C0D2E1F5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20" creationId="{0C942862-1BF5-4C2A-87CE-E4C6C797AD50}"/>
          </ac:spMkLst>
        </pc:spChg>
        <pc:picChg chg="del">
          <ac:chgData name="김태영" userId="8443cd8f-b258-4c7c-bbdd-a870d3924868" providerId="ADAL" clId="{6BB71D4F-005F-46BF-AC9D-9DCCF35A520E}" dt="2022-01-02T11:51:55.986" v="2379" actId="478"/>
          <ac:picMkLst>
            <pc:docMk/>
            <pc:sldMk cId="4137714097" sldId="335"/>
            <ac:picMk id="19" creationId="{B8830C61-C04B-45D9-8985-A625F64CE0C4}"/>
          </ac:picMkLst>
        </pc:picChg>
      </pc:sldChg>
      <pc:sldChg chg="addSp modSp add mod ord">
        <pc:chgData name="김태영" userId="8443cd8f-b258-4c7c-bbdd-a870d3924868" providerId="ADAL" clId="{6BB71D4F-005F-46BF-AC9D-9DCCF35A520E}" dt="2022-01-02T12:05:19.143" v="2769" actId="1076"/>
        <pc:sldMkLst>
          <pc:docMk/>
          <pc:sldMk cId="4010107925" sldId="336"/>
        </pc:sldMkLst>
        <pc:spChg chg="add mod">
          <ac:chgData name="김태영" userId="8443cd8f-b258-4c7c-bbdd-a870d3924868" providerId="ADAL" clId="{6BB71D4F-005F-46BF-AC9D-9DCCF35A520E}" dt="2022-01-02T12:05:16.469" v="2768" actId="20577"/>
          <ac:spMkLst>
            <pc:docMk/>
            <pc:sldMk cId="4010107925" sldId="336"/>
            <ac:spMk id="10" creationId="{9534E9EB-D77C-4F4C-BA7F-5383C628CC1C}"/>
          </ac:spMkLst>
        </pc:spChg>
        <pc:spChg chg="mod">
          <ac:chgData name="김태영" userId="8443cd8f-b258-4c7c-bbdd-a870d3924868" providerId="ADAL" clId="{6BB71D4F-005F-46BF-AC9D-9DCCF35A520E}" dt="2022-01-02T12:05:11.511" v="2750" actId="1076"/>
          <ac:spMkLst>
            <pc:docMk/>
            <pc:sldMk cId="4010107925" sldId="336"/>
            <ac:spMk id="18" creationId="{FF532EC8-CC41-4490-B2BC-6D30A501AC61}"/>
          </ac:spMkLst>
        </pc:spChg>
        <pc:picChg chg="add mod">
          <ac:chgData name="김태영" userId="8443cd8f-b258-4c7c-bbdd-a870d3924868" providerId="ADAL" clId="{6BB71D4F-005F-46BF-AC9D-9DCCF35A520E}" dt="2022-01-02T12:05:19.143" v="2769" actId="1076"/>
          <ac:picMkLst>
            <pc:docMk/>
            <pc:sldMk cId="4010107925" sldId="336"/>
            <ac:picMk id="9" creationId="{DA0F3E02-72C2-4F48-8F3E-384B181E9049}"/>
          </ac:picMkLst>
        </pc:picChg>
      </pc:sldChg>
      <pc:sldChg chg="modSp add mod">
        <pc:chgData name="김태영" userId="8443cd8f-b258-4c7c-bbdd-a870d3924868" providerId="ADAL" clId="{6BB71D4F-005F-46BF-AC9D-9DCCF35A520E}" dt="2022-01-02T12:11:56.233" v="3689" actId="1076"/>
        <pc:sldMkLst>
          <pc:docMk/>
          <pc:sldMk cId="2802750515" sldId="337"/>
        </pc:sldMkLst>
        <pc:spChg chg="mod">
          <ac:chgData name="김태영" userId="8443cd8f-b258-4c7c-bbdd-a870d3924868" providerId="ADAL" clId="{6BB71D4F-005F-46BF-AC9D-9DCCF35A520E}" dt="2022-01-02T12:11:56.233" v="3689" actId="1076"/>
          <ac:spMkLst>
            <pc:docMk/>
            <pc:sldMk cId="2802750515" sldId="337"/>
            <ac:spMk id="21" creationId="{A1633C83-DF1C-4D42-893F-3777E09167D1}"/>
          </ac:spMkLst>
        </pc:spChg>
      </pc:sldChg>
      <pc:sldChg chg="addSp delSp modSp add mod">
        <pc:chgData name="김태영" userId="8443cd8f-b258-4c7c-bbdd-a870d3924868" providerId="ADAL" clId="{6BB71D4F-005F-46BF-AC9D-9DCCF35A520E}" dt="2022-01-02T12:12:06.385" v="3697"/>
        <pc:sldMkLst>
          <pc:docMk/>
          <pc:sldMk cId="1418357997" sldId="338"/>
        </pc:sldMkLst>
        <pc:spChg chg="add del">
          <ac:chgData name="김태영" userId="8443cd8f-b258-4c7c-bbdd-a870d3924868" providerId="ADAL" clId="{6BB71D4F-005F-46BF-AC9D-9DCCF35A520E}" dt="2022-01-02T12:12:06.095" v="3696" actId="478"/>
          <ac:spMkLst>
            <pc:docMk/>
            <pc:sldMk cId="1418357997" sldId="338"/>
            <ac:spMk id="13" creationId="{00EC4670-EDF9-4D95-AB34-115387BA587E}"/>
          </ac:spMkLst>
        </pc:spChg>
        <pc:spChg chg="add del mod">
          <ac:chgData name="김태영" userId="8443cd8f-b258-4c7c-bbdd-a870d3924868" providerId="ADAL" clId="{6BB71D4F-005F-46BF-AC9D-9DCCF35A520E}" dt="2022-01-02T12:12:00.476" v="3691" actId="478"/>
          <ac:spMkLst>
            <pc:docMk/>
            <pc:sldMk cId="1418357997" sldId="338"/>
            <ac:spMk id="16" creationId="{BF4C1847-8E67-4A96-B526-948DE093CE0C}"/>
          </ac:spMkLst>
        </pc:spChg>
        <pc:spChg chg="add del mod">
          <ac:chgData name="김태영" userId="8443cd8f-b258-4c7c-bbdd-a870d3924868" providerId="ADAL" clId="{6BB71D4F-005F-46BF-AC9D-9DCCF35A520E}" dt="2022-01-02T12:12:03.251" v="3694"/>
          <ac:spMkLst>
            <pc:docMk/>
            <pc:sldMk cId="1418357997" sldId="338"/>
            <ac:spMk id="17" creationId="{D39A96DB-D304-41A6-865C-8C25B41ACF9F}"/>
          </ac:spMkLst>
        </pc:spChg>
        <pc:spChg chg="add mod">
          <ac:chgData name="김태영" userId="8443cd8f-b258-4c7c-bbdd-a870d3924868" providerId="ADAL" clId="{6BB71D4F-005F-46BF-AC9D-9DCCF35A520E}" dt="2022-01-02T12:12:06.385" v="3697"/>
          <ac:spMkLst>
            <pc:docMk/>
            <pc:sldMk cId="1418357997" sldId="338"/>
            <ac:spMk id="18" creationId="{32E78090-05A8-4BA4-A2E1-EAF4233011AC}"/>
          </ac:spMkLst>
        </pc:spChg>
        <pc:cxnChg chg="add del">
          <ac:chgData name="김태영" userId="8443cd8f-b258-4c7c-bbdd-a870d3924868" providerId="ADAL" clId="{6BB71D4F-005F-46BF-AC9D-9DCCF35A520E}" dt="2022-01-02T12:12:03.470" v="3695" actId="478"/>
          <ac:cxnSpMkLst>
            <pc:docMk/>
            <pc:sldMk cId="1418357997" sldId="338"/>
            <ac:cxnSpMk id="14" creationId="{31BC78A3-8F5E-403A-9A9A-568584682A23}"/>
          </ac:cxnSpMkLst>
        </pc:cxnChg>
      </pc:sldChg>
      <pc:sldChg chg="addSp delSp modSp add mod">
        <pc:chgData name="김태영" userId="8443cd8f-b258-4c7c-bbdd-a870d3924868" providerId="ADAL" clId="{6BB71D4F-005F-46BF-AC9D-9DCCF35A520E}" dt="2022-01-02T12:12:09.736" v="3699"/>
        <pc:sldMkLst>
          <pc:docMk/>
          <pc:sldMk cId="1115464383" sldId="339"/>
        </pc:sldMkLst>
        <pc:spChg chg="del">
          <ac:chgData name="김태영" userId="8443cd8f-b258-4c7c-bbdd-a870d3924868" providerId="ADAL" clId="{6BB71D4F-005F-46BF-AC9D-9DCCF35A520E}" dt="2022-01-02T12:12:09.540" v="3698" actId="478"/>
          <ac:spMkLst>
            <pc:docMk/>
            <pc:sldMk cId="1115464383" sldId="339"/>
            <ac:spMk id="15" creationId="{671F686A-DB07-442B-9C97-A0DC7D5BE4F8}"/>
          </ac:spMkLst>
        </pc:spChg>
        <pc:spChg chg="add mod">
          <ac:chgData name="김태영" userId="8443cd8f-b258-4c7c-bbdd-a870d3924868" providerId="ADAL" clId="{6BB71D4F-005F-46BF-AC9D-9DCCF35A520E}" dt="2022-01-02T12:12:09.736" v="3699"/>
          <ac:spMkLst>
            <pc:docMk/>
            <pc:sldMk cId="1115464383" sldId="339"/>
            <ac:spMk id="19" creationId="{E22B8C28-6752-4F61-95DB-A4B1572200AC}"/>
          </ac:spMkLst>
        </pc:spChg>
      </pc:sldChg>
    </pc:docChg>
  </pc:docChgLst>
  <pc:docChgLst>
    <pc:chgData name="김태영" userId="8443cd8f-b258-4c7c-bbdd-a870d3924868" providerId="ADAL" clId="{D385751F-B5E8-40DE-8E20-836B3831A82C}"/>
    <pc:docChg chg="undo custSel addSld delSld modSld">
      <pc:chgData name="김태영" userId="8443cd8f-b258-4c7c-bbdd-a870d3924868" providerId="ADAL" clId="{D385751F-B5E8-40DE-8E20-836B3831A82C}" dt="2023-03-20T08:47:00.448" v="57" actId="478"/>
      <pc:docMkLst>
        <pc:docMk/>
      </pc:docMkLst>
      <pc:sldChg chg="addSp delSp modSp mod">
        <pc:chgData name="김태영" userId="8443cd8f-b258-4c7c-bbdd-a870d3924868" providerId="ADAL" clId="{D385751F-B5E8-40DE-8E20-836B3831A82C}" dt="2023-03-20T08:46:17.599" v="43" actId="1076"/>
        <pc:sldMkLst>
          <pc:docMk/>
          <pc:sldMk cId="1718267691" sldId="270"/>
        </pc:sldMkLst>
        <pc:spChg chg="mod">
          <ac:chgData name="김태영" userId="8443cd8f-b258-4c7c-bbdd-a870d3924868" providerId="ADAL" clId="{D385751F-B5E8-40DE-8E20-836B3831A82C}" dt="2023-03-20T08:46:17.599" v="43" actId="1076"/>
          <ac:spMkLst>
            <pc:docMk/>
            <pc:sldMk cId="1718267691" sldId="270"/>
            <ac:spMk id="4" creationId="{FC07B222-3617-473B-F59D-1EC58309C552}"/>
          </ac:spMkLst>
        </pc:spChg>
        <pc:picChg chg="add mod">
          <ac:chgData name="김태영" userId="8443cd8f-b258-4c7c-bbdd-a870d3924868" providerId="ADAL" clId="{D385751F-B5E8-40DE-8E20-836B3831A82C}" dt="2023-03-20T08:45:57.679" v="21" actId="1076"/>
          <ac:picMkLst>
            <pc:docMk/>
            <pc:sldMk cId="1718267691" sldId="270"/>
            <ac:picMk id="3" creationId="{800FD95F-A7FC-0396-CD43-3553668DAEAD}"/>
          </ac:picMkLst>
        </pc:picChg>
        <pc:picChg chg="del">
          <ac:chgData name="김태영" userId="8443cd8f-b258-4c7c-bbdd-a870d3924868" providerId="ADAL" clId="{D385751F-B5E8-40DE-8E20-836B3831A82C}" dt="2023-03-20T08:45:35.623" v="17" actId="478"/>
          <ac:picMkLst>
            <pc:docMk/>
            <pc:sldMk cId="1718267691" sldId="270"/>
            <ac:picMk id="5" creationId="{73F4DB8C-03E2-BD37-4747-E858AB757AA6}"/>
          </ac:picMkLst>
        </pc:picChg>
      </pc:sldChg>
      <pc:sldChg chg="del">
        <pc:chgData name="김태영" userId="8443cd8f-b258-4c7c-bbdd-a870d3924868" providerId="ADAL" clId="{D385751F-B5E8-40DE-8E20-836B3831A82C}" dt="2023-03-20T08:45:25.833" v="0" actId="47"/>
        <pc:sldMkLst>
          <pc:docMk/>
          <pc:sldMk cId="345877175" sldId="309"/>
        </pc:sldMkLst>
      </pc:sldChg>
      <pc:sldChg chg="delSp modSp mod modAnim">
        <pc:chgData name="김태영" userId="8443cd8f-b258-4c7c-bbdd-a870d3924868" providerId="ADAL" clId="{D385751F-B5E8-40DE-8E20-836B3831A82C}" dt="2023-03-20T08:47:00.448" v="57" actId="478"/>
        <pc:sldMkLst>
          <pc:docMk/>
          <pc:sldMk cId="3224837462" sldId="311"/>
        </pc:sldMkLst>
        <pc:spChg chg="mod">
          <ac:chgData name="김태영" userId="8443cd8f-b258-4c7c-bbdd-a870d3924868" providerId="ADAL" clId="{D385751F-B5E8-40DE-8E20-836B3831A82C}" dt="2023-03-20T08:46:26.886" v="56" actId="20577"/>
          <ac:spMkLst>
            <pc:docMk/>
            <pc:sldMk cId="3224837462" sldId="311"/>
            <ac:spMk id="3" creationId="{7AF2682B-9D3A-04E2-A34C-9196EC9F7072}"/>
          </ac:spMkLst>
        </pc:spChg>
        <pc:grpChg chg="del">
          <ac:chgData name="김태영" userId="8443cd8f-b258-4c7c-bbdd-a870d3924868" providerId="ADAL" clId="{D385751F-B5E8-40DE-8E20-836B3831A82C}" dt="2023-03-20T08:47:00.448" v="57" actId="478"/>
          <ac:grpSpMkLst>
            <pc:docMk/>
            <pc:sldMk cId="3224837462" sldId="311"/>
            <ac:grpSpMk id="28" creationId="{58284FC4-9B1F-5A4F-1D5C-C7021CFA8742}"/>
          </ac:grpSpMkLst>
        </pc:grpChg>
        <pc:grpChg chg="del">
          <ac:chgData name="김태영" userId="8443cd8f-b258-4c7c-bbdd-a870d3924868" providerId="ADAL" clId="{D385751F-B5E8-40DE-8E20-836B3831A82C}" dt="2023-03-20T08:47:00.448" v="57" actId="478"/>
          <ac:grpSpMkLst>
            <pc:docMk/>
            <pc:sldMk cId="3224837462" sldId="311"/>
            <ac:grpSpMk id="31" creationId="{75CADC6D-DF42-70D0-9939-765E744F1721}"/>
          </ac:grpSpMkLst>
        </pc:grpChg>
        <pc:grpChg chg="del">
          <ac:chgData name="김태영" userId="8443cd8f-b258-4c7c-bbdd-a870d3924868" providerId="ADAL" clId="{D385751F-B5E8-40DE-8E20-836B3831A82C}" dt="2023-03-20T08:47:00.448" v="57" actId="478"/>
          <ac:grpSpMkLst>
            <pc:docMk/>
            <pc:sldMk cId="3224837462" sldId="311"/>
            <ac:grpSpMk id="32" creationId="{E8F804CD-6942-658F-F34F-08FC2ECACC5B}"/>
          </ac:grpSpMkLst>
        </pc:grpChg>
        <pc:grpChg chg="del">
          <ac:chgData name="김태영" userId="8443cd8f-b258-4c7c-bbdd-a870d3924868" providerId="ADAL" clId="{D385751F-B5E8-40DE-8E20-836B3831A82C}" dt="2023-03-20T08:47:00.448" v="57" actId="478"/>
          <ac:grpSpMkLst>
            <pc:docMk/>
            <pc:sldMk cId="3224837462" sldId="311"/>
            <ac:grpSpMk id="33" creationId="{C8764E56-D037-EE53-68E9-A0CBCB570A6A}"/>
          </ac:grpSpMkLst>
        </pc:grpChg>
      </pc:sldChg>
      <pc:sldChg chg="del">
        <pc:chgData name="김태영" userId="8443cd8f-b258-4c7c-bbdd-a870d3924868" providerId="ADAL" clId="{D385751F-B5E8-40DE-8E20-836B3831A82C}" dt="2023-03-20T08:45:28.253" v="11" actId="47"/>
        <pc:sldMkLst>
          <pc:docMk/>
          <pc:sldMk cId="698125102" sldId="312"/>
        </pc:sldMkLst>
      </pc:sldChg>
      <pc:sldChg chg="add del">
        <pc:chgData name="김태영" userId="8443cd8f-b258-4c7c-bbdd-a870d3924868" providerId="ADAL" clId="{D385751F-B5E8-40DE-8E20-836B3831A82C}" dt="2023-03-20T08:45:32.800" v="14" actId="47"/>
        <pc:sldMkLst>
          <pc:docMk/>
          <pc:sldMk cId="2609301338" sldId="313"/>
        </pc:sldMkLst>
      </pc:sldChg>
      <pc:sldChg chg="del">
        <pc:chgData name="김태영" userId="8443cd8f-b258-4c7c-bbdd-a870d3924868" providerId="ADAL" clId="{D385751F-B5E8-40DE-8E20-836B3831A82C}" dt="2023-03-20T08:45:26.445" v="4" actId="47"/>
        <pc:sldMkLst>
          <pc:docMk/>
          <pc:sldMk cId="1933107305" sldId="315"/>
        </pc:sldMkLst>
      </pc:sldChg>
      <pc:sldChg chg="del">
        <pc:chgData name="김태영" userId="8443cd8f-b258-4c7c-bbdd-a870d3924868" providerId="ADAL" clId="{D385751F-B5E8-40DE-8E20-836B3831A82C}" dt="2023-03-20T08:45:26.146" v="2" actId="47"/>
        <pc:sldMkLst>
          <pc:docMk/>
          <pc:sldMk cId="3784494429" sldId="316"/>
        </pc:sldMkLst>
      </pc:sldChg>
      <pc:sldChg chg="del">
        <pc:chgData name="김태영" userId="8443cd8f-b258-4c7c-bbdd-a870d3924868" providerId="ADAL" clId="{D385751F-B5E8-40DE-8E20-836B3831A82C}" dt="2023-03-20T08:45:26.289" v="3" actId="47"/>
        <pc:sldMkLst>
          <pc:docMk/>
          <pc:sldMk cId="2031226628" sldId="317"/>
        </pc:sldMkLst>
      </pc:sldChg>
      <pc:sldChg chg="del">
        <pc:chgData name="김태영" userId="8443cd8f-b258-4c7c-bbdd-a870d3924868" providerId="ADAL" clId="{D385751F-B5E8-40DE-8E20-836B3831A82C}" dt="2023-03-20T08:45:27.086" v="6" actId="47"/>
        <pc:sldMkLst>
          <pc:docMk/>
          <pc:sldMk cId="1800232267" sldId="318"/>
        </pc:sldMkLst>
      </pc:sldChg>
      <pc:sldChg chg="del">
        <pc:chgData name="김태영" userId="8443cd8f-b258-4c7c-bbdd-a870d3924868" providerId="ADAL" clId="{D385751F-B5E8-40DE-8E20-836B3831A82C}" dt="2023-03-20T08:45:33.407" v="16" actId="47"/>
        <pc:sldMkLst>
          <pc:docMk/>
          <pc:sldMk cId="2715994710" sldId="319"/>
        </pc:sldMkLst>
      </pc:sldChg>
      <pc:sldChg chg="del">
        <pc:chgData name="김태영" userId="8443cd8f-b258-4c7c-bbdd-a870d3924868" providerId="ADAL" clId="{D385751F-B5E8-40DE-8E20-836B3831A82C}" dt="2023-03-20T08:45:25.990" v="1" actId="47"/>
        <pc:sldMkLst>
          <pc:docMk/>
          <pc:sldMk cId="4138910074" sldId="320"/>
        </pc:sldMkLst>
      </pc:sldChg>
      <pc:sldChg chg="del">
        <pc:chgData name="김태영" userId="8443cd8f-b258-4c7c-bbdd-a870d3924868" providerId="ADAL" clId="{D385751F-B5E8-40DE-8E20-836B3831A82C}" dt="2023-03-20T08:45:33.003" v="15" actId="47"/>
        <pc:sldMkLst>
          <pc:docMk/>
          <pc:sldMk cId="1145223767" sldId="321"/>
        </pc:sldMkLst>
      </pc:sldChg>
      <pc:sldChg chg="del">
        <pc:chgData name="김태영" userId="8443cd8f-b258-4c7c-bbdd-a870d3924868" providerId="ADAL" clId="{D385751F-B5E8-40DE-8E20-836B3831A82C}" dt="2023-03-20T08:45:26.758" v="5" actId="47"/>
        <pc:sldMkLst>
          <pc:docMk/>
          <pc:sldMk cId="1672530325" sldId="322"/>
        </pc:sldMkLst>
      </pc:sldChg>
      <pc:sldChg chg="del">
        <pc:chgData name="김태영" userId="8443cd8f-b258-4c7c-bbdd-a870d3924868" providerId="ADAL" clId="{D385751F-B5E8-40DE-8E20-836B3831A82C}" dt="2023-03-20T08:45:27.320" v="7" actId="47"/>
        <pc:sldMkLst>
          <pc:docMk/>
          <pc:sldMk cId="1973983920" sldId="323"/>
        </pc:sldMkLst>
      </pc:sldChg>
      <pc:sldChg chg="del">
        <pc:chgData name="김태영" userId="8443cd8f-b258-4c7c-bbdd-a870d3924868" providerId="ADAL" clId="{D385751F-B5E8-40DE-8E20-836B3831A82C}" dt="2023-03-20T08:45:27.539" v="8" actId="47"/>
        <pc:sldMkLst>
          <pc:docMk/>
          <pc:sldMk cId="690891385" sldId="324"/>
        </pc:sldMkLst>
      </pc:sldChg>
      <pc:sldChg chg="del">
        <pc:chgData name="김태영" userId="8443cd8f-b258-4c7c-bbdd-a870d3924868" providerId="ADAL" clId="{D385751F-B5E8-40DE-8E20-836B3831A82C}" dt="2023-03-20T08:45:27.742" v="9" actId="47"/>
        <pc:sldMkLst>
          <pc:docMk/>
          <pc:sldMk cId="1710573325" sldId="325"/>
        </pc:sldMkLst>
      </pc:sldChg>
      <pc:sldChg chg="del">
        <pc:chgData name="김태영" userId="8443cd8f-b258-4c7c-bbdd-a870d3924868" providerId="ADAL" clId="{D385751F-B5E8-40DE-8E20-836B3831A82C}" dt="2023-03-20T08:45:27.945" v="10" actId="47"/>
        <pc:sldMkLst>
          <pc:docMk/>
          <pc:sldMk cId="265760151" sldId="326"/>
        </pc:sldMkLst>
      </pc:sldChg>
    </pc:docChg>
  </pc:docChgLst>
  <pc:docChgLst>
    <pc:chgData name="김태영" userId="8443cd8f-b258-4c7c-bbdd-a870d3924868" providerId="ADAL" clId="{2B30183B-72AA-49C3-8324-98AE78112B80}"/>
    <pc:docChg chg="undo redo custSel addSld delSld modSld sldOrd">
      <pc:chgData name="김태영" userId="8443cd8f-b258-4c7c-bbdd-a870d3924868" providerId="ADAL" clId="{2B30183B-72AA-49C3-8324-98AE78112B80}" dt="2021-11-15T17:07:59.321" v="14360" actId="1076"/>
      <pc:docMkLst>
        <pc:docMk/>
      </pc:docMkLst>
      <pc:sldChg chg="modSp mod">
        <pc:chgData name="김태영" userId="8443cd8f-b258-4c7c-bbdd-a870d3924868" providerId="ADAL" clId="{2B30183B-72AA-49C3-8324-98AE78112B80}" dt="2021-11-15T05:52:34.350" v="184" actId="20577"/>
        <pc:sldMkLst>
          <pc:docMk/>
          <pc:sldMk cId="1718267691" sldId="270"/>
        </pc:sldMkLst>
        <pc:spChg chg="mod">
          <ac:chgData name="김태영" userId="8443cd8f-b258-4c7c-bbdd-a870d3924868" providerId="ADAL" clId="{2B30183B-72AA-49C3-8324-98AE78112B80}" dt="2021-11-15T05:52:28.130" v="179" actId="1076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2B30183B-72AA-49C3-8324-98AE78112B80}" dt="2021-11-15T05:52:34.350" v="184" actId="20577"/>
          <ac:spMkLst>
            <pc:docMk/>
            <pc:sldMk cId="1718267691" sldId="270"/>
            <ac:spMk id="3" creationId="{00000000-0000-0000-0000-000000000000}"/>
          </ac:spMkLst>
        </pc:spChg>
      </pc:sldChg>
      <pc:sldChg chg="addSp delSp modSp mod">
        <pc:chgData name="김태영" userId="8443cd8f-b258-4c7c-bbdd-a870d3924868" providerId="ADAL" clId="{2B30183B-72AA-49C3-8324-98AE78112B80}" dt="2021-11-15T15:02:47.739" v="10249" actId="1076"/>
        <pc:sldMkLst>
          <pc:docMk/>
          <pc:sldMk cId="529763834" sldId="271"/>
        </pc:sldMkLst>
        <pc:spChg chg="add del mod">
          <ac:chgData name="김태영" userId="8443cd8f-b258-4c7c-bbdd-a870d3924868" providerId="ADAL" clId="{2B30183B-72AA-49C3-8324-98AE78112B80}" dt="2021-11-15T05:54:15.238" v="310" actId="478"/>
          <ac:spMkLst>
            <pc:docMk/>
            <pc:sldMk cId="529763834" sldId="271"/>
            <ac:spMk id="16" creationId="{AC1E8580-0E02-4AAE-9039-4E200B619F4E}"/>
          </ac:spMkLst>
        </pc:spChg>
        <pc:spChg chg="add mod">
          <ac:chgData name="김태영" userId="8443cd8f-b258-4c7c-bbdd-a870d3924868" providerId="ADAL" clId="{2B30183B-72AA-49C3-8324-98AE78112B80}" dt="2021-11-15T05:54:22.734" v="318" actId="1076"/>
          <ac:spMkLst>
            <pc:docMk/>
            <pc:sldMk cId="529763834" sldId="271"/>
            <ac:spMk id="17" creationId="{2188ABF0-8C36-49DC-BBB1-570A5A019120}"/>
          </ac:spMkLst>
        </pc:spChg>
        <pc:spChg chg="add mod">
          <ac:chgData name="김태영" userId="8443cd8f-b258-4c7c-bbdd-a870d3924868" providerId="ADAL" clId="{2B30183B-72AA-49C3-8324-98AE78112B80}" dt="2021-11-15T05:54:27.592" v="335" actId="20577"/>
          <ac:spMkLst>
            <pc:docMk/>
            <pc:sldMk cId="529763834" sldId="271"/>
            <ac:spMk id="18" creationId="{90227498-36C0-41C0-AC0E-07070B498FCB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1" creationId="{D720CD26-6D9A-4FBA-A8EB-5D1628ED403E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3" creationId="{0533BFBD-FEB7-4E8A-BCE0-4D9EEAB1A21A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4" creationId="{2D038F9E-291A-4B06-ADF5-119BCBCDE4CC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9" creationId="{5AD4B264-EEF7-45B2-BB22-5E857CC12394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30" creationId="{559E2EC4-07FE-48D5-A160-7A081E3C43FE}"/>
          </ac:spMkLst>
        </pc:spChg>
        <pc:spChg chg="mod">
          <ac:chgData name="김태영" userId="8443cd8f-b258-4c7c-bbdd-a870d3924868" providerId="ADAL" clId="{2B30183B-72AA-49C3-8324-98AE78112B80}" dt="2021-11-15T05:54:13.335" v="309" actId="20577"/>
          <ac:spMkLst>
            <pc:docMk/>
            <pc:sldMk cId="529763834" sldId="271"/>
            <ac:spMk id="31" creationId="{00CFA2FA-D6C3-465C-B00B-4B769AC23126}"/>
          </ac:spMkLst>
        </pc:spChg>
        <pc:spChg chg="del">
          <ac:chgData name="김태영" userId="8443cd8f-b258-4c7c-bbdd-a870d3924868" providerId="ADAL" clId="{2B30183B-72AA-49C3-8324-98AE78112B80}" dt="2021-11-15T05:53:05.578" v="185" actId="478"/>
          <ac:spMkLst>
            <pc:docMk/>
            <pc:sldMk cId="529763834" sldId="271"/>
            <ac:spMk id="32" creationId="{6E2CBC76-025E-44C2-852C-FA49B9BF6140}"/>
          </ac:spMkLst>
        </pc:spChg>
        <pc:picChg chg="add mod">
          <ac:chgData name="김태영" userId="8443cd8f-b258-4c7c-bbdd-a870d3924868" providerId="ADAL" clId="{2B30183B-72AA-49C3-8324-98AE78112B80}" dt="2021-11-15T15:02:47.739" v="10249" actId="1076"/>
          <ac:picMkLst>
            <pc:docMk/>
            <pc:sldMk cId="529763834" sldId="271"/>
            <ac:picMk id="4" creationId="{F84C8F9F-FB6C-4070-A3E9-C8F86212D989}"/>
          </ac:picMkLst>
        </pc:picChg>
        <pc:picChg chg="add del">
          <ac:chgData name="김태영" userId="8443cd8f-b258-4c7c-bbdd-a870d3924868" providerId="ADAL" clId="{2B30183B-72AA-49C3-8324-98AE78112B80}" dt="2021-11-15T05:53:44.015" v="219" actId="22"/>
          <ac:picMkLst>
            <pc:docMk/>
            <pc:sldMk cId="529763834" sldId="271"/>
            <ac:picMk id="7" creationId="{F5E37795-0123-45CB-9BDB-BA37F6457653}"/>
          </ac:picMkLst>
        </pc:picChg>
      </pc:sldChg>
      <pc:sldChg chg="addSp delSp modSp mod ord">
        <pc:chgData name="김태영" userId="8443cd8f-b258-4c7c-bbdd-a870d3924868" providerId="ADAL" clId="{2B30183B-72AA-49C3-8324-98AE78112B80}" dt="2021-11-15T16:42:08.894" v="13255" actId="478"/>
        <pc:sldMkLst>
          <pc:docMk/>
          <pc:sldMk cId="3032145493" sldId="301"/>
        </pc:sldMkLst>
        <pc:spChg chg="add mod">
          <ac:chgData name="김태영" userId="8443cd8f-b258-4c7c-bbdd-a870d3924868" providerId="ADAL" clId="{2B30183B-72AA-49C3-8324-98AE78112B80}" dt="2021-11-15T08:09:03.054" v="346" actId="403"/>
          <ac:spMkLst>
            <pc:docMk/>
            <pc:sldMk cId="3032145493" sldId="301"/>
            <ac:spMk id="5" creationId="{042A08CE-8794-4EA8-A816-D1483EC92CCF}"/>
          </ac:spMkLst>
        </pc:spChg>
        <pc:spChg chg="add mod">
          <ac:chgData name="김태영" userId="8443cd8f-b258-4c7c-bbdd-a870d3924868" providerId="ADAL" clId="{2B30183B-72AA-49C3-8324-98AE78112B80}" dt="2021-11-15T15:01:57.544" v="10248" actId="1076"/>
          <ac:spMkLst>
            <pc:docMk/>
            <pc:sldMk cId="3032145493" sldId="301"/>
            <ac:spMk id="8" creationId="{160F5891-AE14-41E8-B6A9-1D66325B5023}"/>
          </ac:spMkLst>
        </pc:spChg>
        <pc:spChg chg="add mod">
          <ac:chgData name="김태영" userId="8443cd8f-b258-4c7c-bbdd-a870d3924868" providerId="ADAL" clId="{2B30183B-72AA-49C3-8324-98AE78112B80}" dt="2021-11-15T15:01:57.544" v="10248" actId="1076"/>
          <ac:spMkLst>
            <pc:docMk/>
            <pc:sldMk cId="3032145493" sldId="301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08:31:16.761" v="1047" actId="571"/>
          <ac:spMkLst>
            <pc:docMk/>
            <pc:sldMk cId="3032145493" sldId="301"/>
            <ac:spMk id="10" creationId="{57CD2260-EF17-46DE-956D-85EF76CEBA34}"/>
          </ac:spMkLst>
        </pc:spChg>
        <pc:picChg chg="add mod">
          <ac:chgData name="김태영" userId="8443cd8f-b258-4c7c-bbdd-a870d3924868" providerId="ADAL" clId="{2B30183B-72AA-49C3-8324-98AE78112B80}" dt="2021-11-15T15:01:57.544" v="10248" actId="1076"/>
          <ac:picMkLst>
            <pc:docMk/>
            <pc:sldMk cId="3032145493" sldId="301"/>
            <ac:picMk id="1026" creationId="{4B72DA24-7E32-45A8-9AEB-A0E984B195FC}"/>
          </ac:picMkLst>
        </pc:picChg>
        <pc:picChg chg="add del mod">
          <ac:chgData name="김태영" userId="8443cd8f-b258-4c7c-bbdd-a870d3924868" providerId="ADAL" clId="{2B30183B-72AA-49C3-8324-98AE78112B80}" dt="2021-11-15T16:42:08.894" v="13255" actId="478"/>
          <ac:picMkLst>
            <pc:docMk/>
            <pc:sldMk cId="3032145493" sldId="301"/>
            <ac:picMk id="1028" creationId="{F2AC38A5-22AD-40FE-894C-3A1BFBBD344E}"/>
          </ac:picMkLst>
        </pc:picChg>
      </pc:sldChg>
      <pc:sldChg chg="del ord">
        <pc:chgData name="김태영" userId="8443cd8f-b258-4c7c-bbdd-a870d3924868" providerId="ADAL" clId="{2B30183B-72AA-49C3-8324-98AE78112B80}" dt="2021-11-15T16:44:05.634" v="13256" actId="47"/>
        <pc:sldMkLst>
          <pc:docMk/>
          <pc:sldMk cId="601531050" sldId="302"/>
        </pc:sldMkLst>
      </pc:sldChg>
      <pc:sldChg chg="addSp delSp modSp mod ord modNotesTx">
        <pc:chgData name="김태영" userId="8443cd8f-b258-4c7c-bbdd-a870d3924868" providerId="ADAL" clId="{2B30183B-72AA-49C3-8324-98AE78112B80}" dt="2021-11-15T16:53:18.437" v="13796" actId="20577"/>
        <pc:sldMkLst>
          <pc:docMk/>
          <pc:sldMk cId="2390786159" sldId="303"/>
        </pc:sldMkLst>
        <pc:spChg chg="mod">
          <ac:chgData name="김태영" userId="8443cd8f-b258-4c7c-bbdd-a870d3924868" providerId="ADAL" clId="{2B30183B-72AA-49C3-8324-98AE78112B80}" dt="2021-11-15T09:42:01.041" v="2763" actId="20577"/>
          <ac:spMkLst>
            <pc:docMk/>
            <pc:sldMk cId="2390786159" sldId="303"/>
            <ac:spMk id="3" creationId="{9AC5D99C-747A-4109-9928-21CBA3C4471D}"/>
          </ac:spMkLst>
        </pc:spChg>
        <pc:spChg chg="add del mod">
          <ac:chgData name="김태영" userId="8443cd8f-b258-4c7c-bbdd-a870d3924868" providerId="ADAL" clId="{2B30183B-72AA-49C3-8324-98AE78112B80}" dt="2021-11-15T16:44:48.732" v="13258" actId="478"/>
          <ac:spMkLst>
            <pc:docMk/>
            <pc:sldMk cId="2390786159" sldId="303"/>
            <ac:spMk id="7" creationId="{164A4D3F-21B0-4724-A676-01C07B6B0BCD}"/>
          </ac:spMkLst>
        </pc:spChg>
        <pc:spChg chg="add mod">
          <ac:chgData name="김태영" userId="8443cd8f-b258-4c7c-bbdd-a870d3924868" providerId="ADAL" clId="{2B30183B-72AA-49C3-8324-98AE78112B80}" dt="2021-11-15T09:43:44.485" v="2973" actId="1076"/>
          <ac:spMkLst>
            <pc:docMk/>
            <pc:sldMk cId="2390786159" sldId="303"/>
            <ac:spMk id="8" creationId="{7118655E-2535-4C60-99CE-D4B4BFA3C655}"/>
          </ac:spMkLst>
        </pc:spChg>
        <pc:spChg chg="add mod">
          <ac:chgData name="김태영" userId="8443cd8f-b258-4c7c-bbdd-a870d3924868" providerId="ADAL" clId="{2B30183B-72AA-49C3-8324-98AE78112B80}" dt="2021-11-15T16:46:22.729" v="13327" actId="1076"/>
          <ac:spMkLst>
            <pc:docMk/>
            <pc:sldMk cId="2390786159" sldId="303"/>
            <ac:spMk id="9" creationId="{970BADE3-1D67-4872-88F6-4617FEFFA457}"/>
          </ac:spMkLst>
        </pc:spChg>
        <pc:spChg chg="add mod">
          <ac:chgData name="김태영" userId="8443cd8f-b258-4c7c-bbdd-a870d3924868" providerId="ADAL" clId="{2B30183B-72AA-49C3-8324-98AE78112B80}" dt="2021-11-15T16:46:24.673" v="13328" actId="1076"/>
          <ac:spMkLst>
            <pc:docMk/>
            <pc:sldMk cId="2390786159" sldId="303"/>
            <ac:spMk id="10" creationId="{1908F3B3-0503-4F85-837C-97FE7654E1BA}"/>
          </ac:spMkLst>
        </pc:spChg>
        <pc:spChg chg="add mod">
          <ac:chgData name="김태영" userId="8443cd8f-b258-4c7c-bbdd-a870d3924868" providerId="ADAL" clId="{2B30183B-72AA-49C3-8324-98AE78112B80}" dt="2021-11-15T16:47:21.866" v="13540" actId="1076"/>
          <ac:spMkLst>
            <pc:docMk/>
            <pc:sldMk cId="2390786159" sldId="303"/>
            <ac:spMk id="11" creationId="{0560E3BD-5844-4914-95AD-C98A9E0C90DA}"/>
          </ac:spMkLst>
        </pc:spChg>
        <pc:spChg chg="add mod">
          <ac:chgData name="김태영" userId="8443cd8f-b258-4c7c-bbdd-a870d3924868" providerId="ADAL" clId="{2B30183B-72AA-49C3-8324-98AE78112B80}" dt="2021-11-15T16:47:32.722" v="13554" actId="20577"/>
          <ac:spMkLst>
            <pc:docMk/>
            <pc:sldMk cId="2390786159" sldId="303"/>
            <ac:spMk id="12" creationId="{887CCE3A-DF80-4CE9-BE7C-7E9ED759BBA2}"/>
          </ac:spMkLst>
        </pc:spChg>
        <pc:spChg chg="add mod">
          <ac:chgData name="김태영" userId="8443cd8f-b258-4c7c-bbdd-a870d3924868" providerId="ADAL" clId="{2B30183B-72AA-49C3-8324-98AE78112B80}" dt="2021-11-15T16:53:18.437" v="13796" actId="20577"/>
          <ac:spMkLst>
            <pc:docMk/>
            <pc:sldMk cId="2390786159" sldId="303"/>
            <ac:spMk id="13" creationId="{B2B78BF4-C661-4B31-A7B1-E7BF0E371B0C}"/>
          </ac:spMkLst>
        </pc:spChg>
      </pc:sldChg>
      <pc:sldChg chg="add del modNotesTx">
        <pc:chgData name="김태영" userId="8443cd8f-b258-4c7c-bbdd-a870d3924868" providerId="ADAL" clId="{2B30183B-72AA-49C3-8324-98AE78112B80}" dt="2021-11-15T10:24:41.810" v="4232" actId="47"/>
        <pc:sldMkLst>
          <pc:docMk/>
          <pc:sldMk cId="3676952124" sldId="304"/>
        </pc:sldMkLst>
      </pc:sldChg>
      <pc:sldChg chg="addSp delSp modSp add mod">
        <pc:chgData name="김태영" userId="8443cd8f-b258-4c7c-bbdd-a870d3924868" providerId="ADAL" clId="{2B30183B-72AA-49C3-8324-98AE78112B80}" dt="2021-11-15T15:03:09.959" v="10261" actId="20577"/>
        <pc:sldMkLst>
          <pc:docMk/>
          <pc:sldMk cId="1304104444" sldId="305"/>
        </pc:sldMkLst>
        <pc:spChg chg="mod">
          <ac:chgData name="김태영" userId="8443cd8f-b258-4c7c-bbdd-a870d3924868" providerId="ADAL" clId="{2B30183B-72AA-49C3-8324-98AE78112B80}" dt="2021-11-15T09:32:30.861" v="2123" actId="20577"/>
          <ac:spMkLst>
            <pc:docMk/>
            <pc:sldMk cId="1304104444" sldId="305"/>
            <ac:spMk id="5" creationId="{042A08CE-8794-4EA8-A816-D1483EC92CCF}"/>
          </ac:spMkLst>
        </pc:spChg>
        <pc:spChg chg="del">
          <ac:chgData name="김태영" userId="8443cd8f-b258-4c7c-bbdd-a870d3924868" providerId="ADAL" clId="{2B30183B-72AA-49C3-8324-98AE78112B80}" dt="2021-11-15T08:31:10.346" v="1043" actId="478"/>
          <ac:spMkLst>
            <pc:docMk/>
            <pc:sldMk cId="1304104444" sldId="305"/>
            <ac:spMk id="8" creationId="{160F5891-AE14-41E8-B6A9-1D66325B5023}"/>
          </ac:spMkLst>
        </pc:spChg>
        <pc:spChg chg="del">
          <ac:chgData name="김태영" userId="8443cd8f-b258-4c7c-bbdd-a870d3924868" providerId="ADAL" clId="{2B30183B-72AA-49C3-8324-98AE78112B80}" dt="2021-11-15T08:31:10.346" v="1043" actId="478"/>
          <ac:spMkLst>
            <pc:docMk/>
            <pc:sldMk cId="1304104444" sldId="305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08:41:33.440" v="1116" actId="1076"/>
          <ac:spMkLst>
            <pc:docMk/>
            <pc:sldMk cId="1304104444" sldId="305"/>
            <ac:spMk id="10" creationId="{CF45D305-BB82-4D60-BCF7-FD0E0BB59E2B}"/>
          </ac:spMkLst>
        </pc:spChg>
        <pc:spChg chg="add del mod">
          <ac:chgData name="김태영" userId="8443cd8f-b258-4c7c-bbdd-a870d3924868" providerId="ADAL" clId="{2B30183B-72AA-49C3-8324-98AE78112B80}" dt="2021-11-15T08:41:35.271" v="1118"/>
          <ac:spMkLst>
            <pc:docMk/>
            <pc:sldMk cId="1304104444" sldId="305"/>
            <ac:spMk id="13" creationId="{CDA0E81E-9903-4984-9A9E-F4E3FBE52480}"/>
          </ac:spMkLst>
        </pc:spChg>
        <pc:spChg chg="add mod">
          <ac:chgData name="김태영" userId="8443cd8f-b258-4c7c-bbdd-a870d3924868" providerId="ADAL" clId="{2B30183B-72AA-49C3-8324-98AE78112B80}" dt="2021-11-15T15:03:09.959" v="10261" actId="20577"/>
          <ac:spMkLst>
            <pc:docMk/>
            <pc:sldMk cId="1304104444" sldId="305"/>
            <ac:spMk id="14" creationId="{71897D42-EB77-4B61-864E-8AF527C0FE80}"/>
          </ac:spMkLst>
        </pc:spChg>
        <pc:picChg chg="add mod ord">
          <ac:chgData name="김태영" userId="8443cd8f-b258-4c7c-bbdd-a870d3924868" providerId="ADAL" clId="{2B30183B-72AA-49C3-8324-98AE78112B80}" dt="2021-11-15T08:43:58.325" v="1283" actId="1076"/>
          <ac:picMkLst>
            <pc:docMk/>
            <pc:sldMk cId="1304104444" sldId="305"/>
            <ac:picMk id="4" creationId="{AA89CC8E-3760-41FC-9717-0C3094775946}"/>
          </ac:picMkLst>
        </pc:picChg>
        <pc:picChg chg="del">
          <ac:chgData name="김태영" userId="8443cd8f-b258-4c7c-bbdd-a870d3924868" providerId="ADAL" clId="{2B30183B-72AA-49C3-8324-98AE78112B80}" dt="2021-11-15T08:31:11.559" v="1044" actId="478"/>
          <ac:picMkLst>
            <pc:docMk/>
            <pc:sldMk cId="1304104444" sldId="305"/>
            <ac:picMk id="1026" creationId="{4B72DA24-7E32-45A8-9AEB-A0E984B195FC}"/>
          </ac:picMkLst>
        </pc:picChg>
        <pc:picChg chg="del">
          <ac:chgData name="김태영" userId="8443cd8f-b258-4c7c-bbdd-a870d3924868" providerId="ADAL" clId="{2B30183B-72AA-49C3-8324-98AE78112B80}" dt="2021-11-15T08:31:12.465" v="1045" actId="478"/>
          <ac:picMkLst>
            <pc:docMk/>
            <pc:sldMk cId="1304104444" sldId="305"/>
            <ac:picMk id="1028" creationId="{F2AC38A5-22AD-40FE-894C-3A1BFBBD344E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09:32:37.491" v="2139" actId="20577"/>
        <pc:sldMkLst>
          <pc:docMk/>
          <pc:sldMk cId="2570363377" sldId="306"/>
        </pc:sldMkLst>
        <pc:spChg chg="mod">
          <ac:chgData name="김태영" userId="8443cd8f-b258-4c7c-bbdd-a870d3924868" providerId="ADAL" clId="{2B30183B-72AA-49C3-8324-98AE78112B80}" dt="2021-11-15T09:32:37.491" v="2139" actId="20577"/>
          <ac:spMkLst>
            <pc:docMk/>
            <pc:sldMk cId="2570363377" sldId="306"/>
            <ac:spMk id="5" creationId="{042A08CE-8794-4EA8-A816-D1483EC92CCF}"/>
          </ac:spMkLst>
        </pc:spChg>
        <pc:spChg chg="mod">
          <ac:chgData name="김태영" userId="8443cd8f-b258-4c7c-bbdd-a870d3924868" providerId="ADAL" clId="{2B30183B-72AA-49C3-8324-98AE78112B80}" dt="2021-11-15T08:45:32.471" v="1431" actId="14100"/>
          <ac:spMkLst>
            <pc:docMk/>
            <pc:sldMk cId="2570363377" sldId="306"/>
            <ac:spMk id="10" creationId="{CF45D305-BB82-4D60-BCF7-FD0E0BB59E2B}"/>
          </ac:spMkLst>
        </pc:spChg>
        <pc:spChg chg="mod">
          <ac:chgData name="김태영" userId="8443cd8f-b258-4c7c-bbdd-a870d3924868" providerId="ADAL" clId="{2B30183B-72AA-49C3-8324-98AE78112B80}" dt="2021-11-15T09:28:58.505" v="2091" actId="207"/>
          <ac:spMkLst>
            <pc:docMk/>
            <pc:sldMk cId="2570363377" sldId="306"/>
            <ac:spMk id="14" creationId="{71897D42-EB77-4B61-864E-8AF527C0FE80}"/>
          </ac:spMkLst>
        </pc:spChg>
        <pc:picChg chg="del">
          <ac:chgData name="김태영" userId="8443cd8f-b258-4c7c-bbdd-a870d3924868" providerId="ADAL" clId="{2B30183B-72AA-49C3-8324-98AE78112B80}" dt="2021-11-15T08:48:42.681" v="1529" actId="478"/>
          <ac:picMkLst>
            <pc:docMk/>
            <pc:sldMk cId="2570363377" sldId="306"/>
            <ac:picMk id="4" creationId="{AA89CC8E-3760-41FC-9717-0C3094775946}"/>
          </ac:picMkLst>
        </pc:picChg>
        <pc:picChg chg="add del mod">
          <ac:chgData name="김태영" userId="8443cd8f-b258-4c7c-bbdd-a870d3924868" providerId="ADAL" clId="{2B30183B-72AA-49C3-8324-98AE78112B80}" dt="2021-11-15T08:57:46.754" v="1816" actId="478"/>
          <ac:picMkLst>
            <pc:docMk/>
            <pc:sldMk cId="2570363377" sldId="306"/>
            <ac:picMk id="7" creationId="{59CC4E3B-103E-4EEB-97B9-5DCC52E7A50B}"/>
          </ac:picMkLst>
        </pc:picChg>
        <pc:picChg chg="add mod">
          <ac:chgData name="김태영" userId="8443cd8f-b258-4c7c-bbdd-a870d3924868" providerId="ADAL" clId="{2B30183B-72AA-49C3-8324-98AE78112B80}" dt="2021-11-15T09:02:32.204" v="2076" actId="1076"/>
          <ac:picMkLst>
            <pc:docMk/>
            <pc:sldMk cId="2570363377" sldId="306"/>
            <ac:picMk id="9" creationId="{471F5A99-B432-44BB-9350-ECC400278690}"/>
          </ac:picMkLst>
        </pc:picChg>
      </pc:sldChg>
      <pc:sldChg chg="modSp add del mod">
        <pc:chgData name="김태영" userId="8443cd8f-b258-4c7c-bbdd-a870d3924868" providerId="ADAL" clId="{2B30183B-72AA-49C3-8324-98AE78112B80}" dt="2021-11-15T09:36:40.391" v="2171" actId="47"/>
        <pc:sldMkLst>
          <pc:docMk/>
          <pc:sldMk cId="2354317369" sldId="307"/>
        </pc:sldMkLst>
        <pc:spChg chg="mod">
          <ac:chgData name="김태영" userId="8443cd8f-b258-4c7c-bbdd-a870d3924868" providerId="ADAL" clId="{2B30183B-72AA-49C3-8324-98AE78112B80}" dt="2021-11-15T09:32:50.108" v="2163" actId="20577"/>
          <ac:spMkLst>
            <pc:docMk/>
            <pc:sldMk cId="2354317369" sldId="307"/>
            <ac:spMk id="5" creationId="{042A08CE-8794-4EA8-A816-D1483EC92CCF}"/>
          </ac:spMkLst>
        </pc:spChg>
        <pc:spChg chg="mod">
          <ac:chgData name="김태영" userId="8443cd8f-b258-4c7c-bbdd-a870d3924868" providerId="ADAL" clId="{2B30183B-72AA-49C3-8324-98AE78112B80}" dt="2021-11-15T09:28:43.323" v="2088" actId="20577"/>
          <ac:spMkLst>
            <pc:docMk/>
            <pc:sldMk cId="2354317369" sldId="307"/>
            <ac:spMk id="10" creationId="{CF45D305-BB82-4D60-BCF7-FD0E0BB59E2B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6:44:53.764" v="13260" actId="1076"/>
        <pc:sldMkLst>
          <pc:docMk/>
          <pc:sldMk cId="1726684920" sldId="308"/>
        </pc:sldMkLst>
        <pc:spChg chg="mod">
          <ac:chgData name="김태영" userId="8443cd8f-b258-4c7c-bbdd-a870d3924868" providerId="ADAL" clId="{2B30183B-72AA-49C3-8324-98AE78112B80}" dt="2021-11-15T09:43:12.442" v="2949" actId="1076"/>
          <ac:spMkLst>
            <pc:docMk/>
            <pc:sldMk cId="1726684920" sldId="308"/>
            <ac:spMk id="5" creationId="{042A08CE-8794-4EA8-A816-D1483EC92CCF}"/>
          </ac:spMkLst>
        </pc:spChg>
        <pc:spChg chg="del">
          <ac:chgData name="김태영" userId="8443cd8f-b258-4c7c-bbdd-a870d3924868" providerId="ADAL" clId="{2B30183B-72AA-49C3-8324-98AE78112B80}" dt="2021-11-15T09:36:28.375" v="2167" actId="478"/>
          <ac:spMkLst>
            <pc:docMk/>
            <pc:sldMk cId="1726684920" sldId="308"/>
            <ac:spMk id="8" creationId="{160F5891-AE14-41E8-B6A9-1D66325B5023}"/>
          </ac:spMkLst>
        </pc:spChg>
        <pc:spChg chg="del">
          <ac:chgData name="김태영" userId="8443cd8f-b258-4c7c-bbdd-a870d3924868" providerId="ADAL" clId="{2B30183B-72AA-49C3-8324-98AE78112B80}" dt="2021-11-15T09:36:30.310" v="2168" actId="478"/>
          <ac:spMkLst>
            <pc:docMk/>
            <pc:sldMk cId="1726684920" sldId="308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16:44:53.764" v="13260" actId="1076"/>
          <ac:spMkLst>
            <pc:docMk/>
            <pc:sldMk cId="1726684920" sldId="308"/>
            <ac:spMk id="10" creationId="{3C1F0967-5903-493A-A0F7-98D1630708B7}"/>
          </ac:spMkLst>
        </pc:spChg>
        <pc:spChg chg="add mod">
          <ac:chgData name="김태영" userId="8443cd8f-b258-4c7c-bbdd-a870d3924868" providerId="ADAL" clId="{2B30183B-72AA-49C3-8324-98AE78112B80}" dt="2021-11-15T09:41:36.776" v="2761" actId="1076"/>
          <ac:spMkLst>
            <pc:docMk/>
            <pc:sldMk cId="1726684920" sldId="308"/>
            <ac:spMk id="11" creationId="{19B42B75-2027-4889-ACE8-1E787E598D81}"/>
          </ac:spMkLst>
        </pc:spChg>
        <pc:picChg chg="del mod">
          <ac:chgData name="김태영" userId="8443cd8f-b258-4c7c-bbdd-a870d3924868" providerId="ADAL" clId="{2B30183B-72AA-49C3-8324-98AE78112B80}" dt="2021-11-15T15:03:57.753" v="10263" actId="478"/>
          <ac:picMkLst>
            <pc:docMk/>
            <pc:sldMk cId="1726684920" sldId="308"/>
            <ac:picMk id="1026" creationId="{4B72DA24-7E32-45A8-9AEB-A0E984B195FC}"/>
          </ac:picMkLst>
        </pc:picChg>
        <pc:picChg chg="del mod">
          <ac:chgData name="김태영" userId="8443cd8f-b258-4c7c-bbdd-a870d3924868" providerId="ADAL" clId="{2B30183B-72AA-49C3-8324-98AE78112B80}" dt="2021-11-15T09:37:35.468" v="2174" actId="478"/>
          <ac:picMkLst>
            <pc:docMk/>
            <pc:sldMk cId="1726684920" sldId="308"/>
            <ac:picMk id="1028" creationId="{F2AC38A5-22AD-40FE-894C-3A1BFBBD344E}"/>
          </ac:picMkLst>
        </pc:picChg>
      </pc:sldChg>
      <pc:sldChg chg="addSp delSp modSp add mod ord modNotesTx">
        <pc:chgData name="김태영" userId="8443cd8f-b258-4c7c-bbdd-a870d3924868" providerId="ADAL" clId="{2B30183B-72AA-49C3-8324-98AE78112B80}" dt="2021-11-15T15:49:51.264" v="11622" actId="20577"/>
        <pc:sldMkLst>
          <pc:docMk/>
          <pc:sldMk cId="345877175" sldId="309"/>
        </pc:sldMkLst>
        <pc:spChg chg="del mod">
          <ac:chgData name="김태영" userId="8443cd8f-b258-4c7c-bbdd-a870d3924868" providerId="ADAL" clId="{2B30183B-72AA-49C3-8324-98AE78112B80}" dt="2021-11-15T09:47:22.803" v="3002" actId="478"/>
          <ac:spMkLst>
            <pc:docMk/>
            <pc:sldMk cId="345877175" sldId="309"/>
            <ac:spMk id="3" creationId="{9AC5D99C-747A-4109-9928-21CBA3C4471D}"/>
          </ac:spMkLst>
        </pc:spChg>
        <pc:spChg chg="add del mod">
          <ac:chgData name="김태영" userId="8443cd8f-b258-4c7c-bbdd-a870d3924868" providerId="ADAL" clId="{2B30183B-72AA-49C3-8324-98AE78112B80}" dt="2021-11-15T09:47:25.135" v="3003" actId="478"/>
          <ac:spMkLst>
            <pc:docMk/>
            <pc:sldMk cId="345877175" sldId="309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09:47:25.585" v="3004"/>
          <ac:spMkLst>
            <pc:docMk/>
            <pc:sldMk cId="345877175" sldId="309"/>
            <ac:spMk id="7" creationId="{C0C66EEF-EBE7-4AEE-B03D-D31F18C2E3A0}"/>
          </ac:spMkLst>
        </pc:spChg>
        <pc:spChg chg="add mod">
          <ac:chgData name="김태영" userId="8443cd8f-b258-4c7c-bbdd-a870d3924868" providerId="ADAL" clId="{2B30183B-72AA-49C3-8324-98AE78112B80}" dt="2021-11-15T15:31:58.798" v="10658" actId="20577"/>
          <ac:spMkLst>
            <pc:docMk/>
            <pc:sldMk cId="345877175" sldId="309"/>
            <ac:spMk id="8" creationId="{397C1793-AEC0-4634-A286-065488EC8BD5}"/>
          </ac:spMkLst>
        </pc:spChg>
        <pc:spChg chg="add mod">
          <ac:chgData name="김태영" userId="8443cd8f-b258-4c7c-bbdd-a870d3924868" providerId="ADAL" clId="{2B30183B-72AA-49C3-8324-98AE78112B80}" dt="2021-11-15T15:39:35.855" v="11090" actId="20577"/>
          <ac:spMkLst>
            <pc:docMk/>
            <pc:sldMk cId="345877175" sldId="309"/>
            <ac:spMk id="9" creationId="{D9A9BD9A-B8E3-4648-A02A-06803309EC32}"/>
          </ac:spMkLst>
        </pc:spChg>
        <pc:spChg chg="add del mod">
          <ac:chgData name="김태영" userId="8443cd8f-b258-4c7c-bbdd-a870d3924868" providerId="ADAL" clId="{2B30183B-72AA-49C3-8324-98AE78112B80}" dt="2021-11-15T15:33:51.908" v="10803" actId="478"/>
          <ac:spMkLst>
            <pc:docMk/>
            <pc:sldMk cId="345877175" sldId="309"/>
            <ac:spMk id="10" creationId="{D3C934B7-E0F6-472F-8995-1C68FEC7AE05}"/>
          </ac:spMkLst>
        </pc:spChg>
        <pc:spChg chg="add del mod">
          <ac:chgData name="김태영" userId="8443cd8f-b258-4c7c-bbdd-a870d3924868" providerId="ADAL" clId="{2B30183B-72AA-49C3-8324-98AE78112B80}" dt="2021-11-15T15:29:48.497" v="10608" actId="478"/>
          <ac:spMkLst>
            <pc:docMk/>
            <pc:sldMk cId="345877175" sldId="309"/>
            <ac:spMk id="11" creationId="{3D356138-2743-4076-8CB8-2988ECF5D628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2" creationId="{1EBE8CF2-6D19-412C-8394-F4051EF9AEC0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3" creationId="{57ED738C-A08E-4513-B256-A16473D7B2E6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4" creationId="{C1E799EA-9668-44A4-8CD7-D91F07E59A24}"/>
          </ac:spMkLst>
        </pc:spChg>
        <pc:spChg chg="add del mod">
          <ac:chgData name="김태영" userId="8443cd8f-b258-4c7c-bbdd-a870d3924868" providerId="ADAL" clId="{2B30183B-72AA-49C3-8324-98AE78112B80}" dt="2021-11-15T15:33:02.509" v="10791" actId="478"/>
          <ac:spMkLst>
            <pc:docMk/>
            <pc:sldMk cId="345877175" sldId="309"/>
            <ac:spMk id="15" creationId="{4F6B4AE0-94D5-47E3-A15C-E21FEAAD119A}"/>
          </ac:spMkLst>
        </pc:spChg>
        <pc:spChg chg="add mod">
          <ac:chgData name="김태영" userId="8443cd8f-b258-4c7c-bbdd-a870d3924868" providerId="ADAL" clId="{2B30183B-72AA-49C3-8324-98AE78112B80}" dt="2021-11-15T15:33:13.304" v="10796" actId="1076"/>
          <ac:spMkLst>
            <pc:docMk/>
            <pc:sldMk cId="345877175" sldId="309"/>
            <ac:spMk id="16" creationId="{B5B5053F-516E-47CA-8C75-187B0FA5A2E0}"/>
          </ac:spMkLst>
        </pc:spChg>
        <pc:spChg chg="add mod">
          <ac:chgData name="김태영" userId="8443cd8f-b258-4c7c-bbdd-a870d3924868" providerId="ADAL" clId="{2B30183B-72AA-49C3-8324-98AE78112B80}" dt="2021-11-15T15:38:54.092" v="11083" actId="1076"/>
          <ac:spMkLst>
            <pc:docMk/>
            <pc:sldMk cId="345877175" sldId="309"/>
            <ac:spMk id="20" creationId="{8B0CE0FE-4038-409A-B439-818A96D7CE28}"/>
          </ac:spMkLst>
        </pc:spChg>
        <pc:spChg chg="add mod">
          <ac:chgData name="김태영" userId="8443cd8f-b258-4c7c-bbdd-a870d3924868" providerId="ADAL" clId="{2B30183B-72AA-49C3-8324-98AE78112B80}" dt="2021-11-15T15:47:22.120" v="11581" actId="1076"/>
          <ac:spMkLst>
            <pc:docMk/>
            <pc:sldMk cId="345877175" sldId="309"/>
            <ac:spMk id="21" creationId="{FDB620F1-2E3B-4919-92F3-6F277096D89D}"/>
          </ac:spMkLst>
        </pc:spChg>
        <pc:cxnChg chg="add mod">
          <ac:chgData name="김태영" userId="8443cd8f-b258-4c7c-bbdd-a870d3924868" providerId="ADAL" clId="{2B30183B-72AA-49C3-8324-98AE78112B80}" dt="2021-11-15T15:38:21.717" v="11036" actId="1035"/>
          <ac:cxnSpMkLst>
            <pc:docMk/>
            <pc:sldMk cId="345877175" sldId="309"/>
            <ac:cxnSpMk id="17" creationId="{ECBAB86D-3B78-4693-B3FA-E50D45597410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0:10.363" v="10314" actId="167"/>
        <pc:sldMkLst>
          <pc:docMk/>
          <pc:sldMk cId="3055485728" sldId="310"/>
        </pc:sldMkLst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2" creationId="{A8285803-74ED-47C2-AA40-D687FE798AC8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7" creationId="{AE430747-8E0D-4283-8E80-61553FCAE896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9" creationId="{C2B7D433-1862-44B7-8929-8EA36825A77B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0" creationId="{0B4327FD-AE2A-489C-AABB-2E8C5AB44D2E}"/>
          </ac:spMkLst>
        </pc:spChg>
        <pc:spChg chg="add del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1" creationId="{68AD701F-13F4-411E-9049-3B249C395370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2" creationId="{37FB9F1D-4F12-47E3-B0B9-00D3BD4AC2D7}"/>
          </ac:spMkLst>
        </pc:spChg>
        <pc:spChg chg="add mod ord">
          <ac:chgData name="김태영" userId="8443cd8f-b258-4c7c-bbdd-a870d3924868" providerId="ADAL" clId="{2B30183B-72AA-49C3-8324-98AE78112B80}" dt="2021-11-15T15:10:10.363" v="10314" actId="167"/>
          <ac:spMkLst>
            <pc:docMk/>
            <pc:sldMk cId="3055485728" sldId="310"/>
            <ac:spMk id="13" creationId="{34B89534-C3AE-42E2-968C-5BB06E14498A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5:11:37.604" v="10344"/>
        <pc:sldMkLst>
          <pc:docMk/>
          <pc:sldMk cId="1439865966" sldId="311"/>
        </pc:sldMkLst>
        <pc:spChg chg="del mod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2" creationId="{A8285803-74ED-47C2-AA40-D687FE798AC8}"/>
          </ac:spMkLst>
        </pc:spChg>
        <pc:spChg chg="add mod">
          <ac:chgData name="김태영" userId="8443cd8f-b258-4c7c-bbdd-a870d3924868" providerId="ADAL" clId="{2B30183B-72AA-49C3-8324-98AE78112B80}" dt="2021-11-15T15:08:03.682" v="10286" actId="1582"/>
          <ac:spMkLst>
            <pc:docMk/>
            <pc:sldMk cId="1439865966" sldId="311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9" creationId="{C2B7D433-1862-44B7-8929-8EA36825A77B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1" creationId="{68AD701F-13F4-411E-9049-3B249C395370}"/>
          </ac:spMkLst>
        </pc:spChg>
        <pc:spChg chg="del mod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2" creationId="{37FB9F1D-4F12-47E3-B0B9-00D3BD4AC2D7}"/>
          </ac:spMkLst>
        </pc:spChg>
        <pc:spChg chg="add mod">
          <ac:chgData name="김태영" userId="8443cd8f-b258-4c7c-bbdd-a870d3924868" providerId="ADAL" clId="{2B30183B-72AA-49C3-8324-98AE78112B80}" dt="2021-11-15T15:08:30.906" v="10291" actId="207"/>
          <ac:spMkLst>
            <pc:docMk/>
            <pc:sldMk cId="1439865966" sldId="311"/>
            <ac:spMk id="16" creationId="{F182965D-CA9A-4013-9DDD-7647EE9DF90A}"/>
          </ac:spMkLst>
        </pc:spChg>
        <pc:spChg chg="add del mod">
          <ac:chgData name="김태영" userId="8443cd8f-b258-4c7c-bbdd-a870d3924868" providerId="ADAL" clId="{2B30183B-72AA-49C3-8324-98AE78112B80}" dt="2021-11-15T10:35:38.687" v="4705" actId="478"/>
          <ac:spMkLst>
            <pc:docMk/>
            <pc:sldMk cId="1439865966" sldId="311"/>
            <ac:spMk id="25" creationId="{C785668A-E12A-4468-BB78-FF3AF33A0FA9}"/>
          </ac:spMkLst>
        </pc:spChg>
        <pc:spChg chg="add del mod">
          <ac:chgData name="김태영" userId="8443cd8f-b258-4c7c-bbdd-a870d3924868" providerId="ADAL" clId="{2B30183B-72AA-49C3-8324-98AE78112B80}" dt="2021-11-15T10:35:32.685" v="4702" actId="478"/>
          <ac:spMkLst>
            <pc:docMk/>
            <pc:sldMk cId="1439865966" sldId="311"/>
            <ac:spMk id="30" creationId="{D9296AA0-AA1C-4572-90A8-2B864CDDA09E}"/>
          </ac:spMkLst>
        </pc:spChg>
        <pc:spChg chg="add del mod">
          <ac:chgData name="김태영" userId="8443cd8f-b258-4c7c-bbdd-a870d3924868" providerId="ADAL" clId="{2B30183B-72AA-49C3-8324-98AE78112B80}" dt="2021-11-15T10:35:35.311" v="4704" actId="478"/>
          <ac:spMkLst>
            <pc:docMk/>
            <pc:sldMk cId="1439865966" sldId="311"/>
            <ac:spMk id="32" creationId="{12CCA087-71AC-4D34-8401-1D226059DC4F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4" creationId="{1E374043-1D57-4868-A84B-506CC0553B91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5" creationId="{DF296C5B-6312-4B84-87F3-C90C204573FC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6" creationId="{02C66585-C0C2-471A-B788-8C9821B7F790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7" creationId="{F736AA95-CB89-4F48-8752-8BDEE7D70836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8" creationId="{5B624583-2E71-4E58-8080-1D245C09C880}"/>
          </ac:spMkLst>
        </pc:spChg>
        <pc:spChg chg="add mod">
          <ac:chgData name="김태영" userId="8443cd8f-b258-4c7c-bbdd-a870d3924868" providerId="ADAL" clId="{2B30183B-72AA-49C3-8324-98AE78112B80}" dt="2021-11-15T15:08:26.711" v="10290" actId="14100"/>
          <ac:spMkLst>
            <pc:docMk/>
            <pc:sldMk cId="1439865966" sldId="311"/>
            <ac:spMk id="39" creationId="{EA8FC61C-1A1C-4EA8-90CA-317D9481124B}"/>
          </ac:spMkLst>
        </pc:spChg>
        <pc:spChg chg="add mod ord">
          <ac:chgData name="김태영" userId="8443cd8f-b258-4c7c-bbdd-a870d3924868" providerId="ADAL" clId="{2B30183B-72AA-49C3-8324-98AE78112B80}" dt="2021-11-15T15:10:01.918" v="10312" actId="167"/>
          <ac:spMkLst>
            <pc:docMk/>
            <pc:sldMk cId="1439865966" sldId="311"/>
            <ac:spMk id="42" creationId="{03BA6081-5721-4891-A3ED-E6FF2CF3BAF2}"/>
          </ac:spMkLst>
        </pc:spChg>
        <pc:spChg chg="add del mod">
          <ac:chgData name="김태영" userId="8443cd8f-b258-4c7c-bbdd-a870d3924868" providerId="ADAL" clId="{2B30183B-72AA-49C3-8324-98AE78112B80}" dt="2021-11-15T15:11:37.604" v="10344"/>
          <ac:spMkLst>
            <pc:docMk/>
            <pc:sldMk cId="1439865966" sldId="311"/>
            <ac:spMk id="43" creationId="{F44A35A7-9B2B-4966-86B8-44593D962513}"/>
          </ac:spMkLst>
        </pc:spChg>
        <pc:cxnChg chg="add mod">
          <ac:chgData name="김태영" userId="8443cd8f-b258-4c7c-bbdd-a870d3924868" providerId="ADAL" clId="{2B30183B-72AA-49C3-8324-98AE78112B80}" dt="2021-11-15T15:08:06.743" v="10287" actId="1076"/>
          <ac:cxnSpMkLst>
            <pc:docMk/>
            <pc:sldMk cId="1439865966" sldId="311"/>
            <ac:cxnSpMk id="13" creationId="{A1BA5EB0-9D09-444A-9F63-46E83AC2A613}"/>
          </ac:cxnSpMkLst>
        </pc:cxnChg>
        <pc:cxnChg chg="add del mod">
          <ac:chgData name="김태영" userId="8443cd8f-b258-4c7c-bbdd-a870d3924868" providerId="ADAL" clId="{2B30183B-72AA-49C3-8324-98AE78112B80}" dt="2021-11-15T10:03:09.990" v="3623" actId="478"/>
          <ac:cxnSpMkLst>
            <pc:docMk/>
            <pc:sldMk cId="1439865966" sldId="311"/>
            <ac:cxnSpMk id="26" creationId="{513814BE-25D8-4B65-BF5C-2F6C9E01F780}"/>
          </ac:cxnSpMkLst>
        </pc:cxnChg>
        <pc:cxnChg chg="add del mod">
          <ac:chgData name="김태영" userId="8443cd8f-b258-4c7c-bbdd-a870d3924868" providerId="ADAL" clId="{2B30183B-72AA-49C3-8324-98AE78112B80}" dt="2021-11-15T10:35:38.687" v="4705" actId="478"/>
          <ac:cxnSpMkLst>
            <pc:docMk/>
            <pc:sldMk cId="1439865966" sldId="311"/>
            <ac:cxnSpMk id="27" creationId="{89F9CA15-D32A-429F-B187-74B3FA1C8874}"/>
          </ac:cxnSpMkLst>
        </pc:cxnChg>
        <pc:cxnChg chg="add del mod">
          <ac:chgData name="김태영" userId="8443cd8f-b258-4c7c-bbdd-a870d3924868" providerId="ADAL" clId="{2B30183B-72AA-49C3-8324-98AE78112B80}" dt="2021-11-15T10:35:32.685" v="4702" actId="478"/>
          <ac:cxnSpMkLst>
            <pc:docMk/>
            <pc:sldMk cId="1439865966" sldId="311"/>
            <ac:cxnSpMk id="31" creationId="{9D47687A-0BC9-4FDD-99B4-71305B8881B0}"/>
          </ac:cxnSpMkLst>
        </pc:cxnChg>
        <pc:cxnChg chg="add del mod">
          <ac:chgData name="김태영" userId="8443cd8f-b258-4c7c-bbdd-a870d3924868" providerId="ADAL" clId="{2B30183B-72AA-49C3-8324-98AE78112B80}" dt="2021-11-15T10:35:35.311" v="4704" actId="478"/>
          <ac:cxnSpMkLst>
            <pc:docMk/>
            <pc:sldMk cId="1439865966" sldId="311"/>
            <ac:cxnSpMk id="33" creationId="{38DF3B27-B299-42EB-AD9C-2A99BB47107C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3:36.703" v="10382" actId="1076"/>
        <pc:sldMkLst>
          <pc:docMk/>
          <pc:sldMk cId="2523817392" sldId="312"/>
        </pc:sldMkLst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" creationId="{A8285803-74ED-47C2-AA40-D687FE798AC8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" creationId="{31392C63-A063-46E4-BC41-814D4EBCEBF5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0:12:32.457" v="3754" actId="478"/>
          <ac:spMkLst>
            <pc:docMk/>
            <pc:sldMk cId="2523817392" sldId="312"/>
            <ac:spMk id="9" creationId="{C2B7D433-1862-44B7-8929-8EA36825A77B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0:12:32.457" v="3754" actId="478"/>
          <ac:spMkLst>
            <pc:docMk/>
            <pc:sldMk cId="2523817392" sldId="312"/>
            <ac:spMk id="11" creationId="{68AD701F-13F4-411E-9049-3B249C395370}"/>
          </ac:spMkLst>
        </pc:spChg>
        <pc:spChg chg="del">
          <ac:chgData name="김태영" userId="8443cd8f-b258-4c7c-bbdd-a870d3924868" providerId="ADAL" clId="{2B30183B-72AA-49C3-8324-98AE78112B80}" dt="2021-11-15T10:12:33.841" v="3755" actId="478"/>
          <ac:spMkLst>
            <pc:docMk/>
            <pc:sldMk cId="2523817392" sldId="312"/>
            <ac:spMk id="12" creationId="{37FB9F1D-4F12-47E3-B0B9-00D3BD4AC2D7}"/>
          </ac:spMkLst>
        </pc:spChg>
        <pc:spChg chg="del">
          <ac:chgData name="김태영" userId="8443cd8f-b258-4c7c-bbdd-a870d3924868" providerId="ADAL" clId="{2B30183B-72AA-49C3-8324-98AE78112B80}" dt="2021-11-15T10:12:27.560" v="3751" actId="478"/>
          <ac:spMkLst>
            <pc:docMk/>
            <pc:sldMk cId="2523817392" sldId="312"/>
            <ac:spMk id="16" creationId="{F182965D-CA9A-4013-9DDD-7647EE9DF90A}"/>
          </ac:spMkLst>
        </pc:spChg>
        <pc:spChg chg="add mod">
          <ac:chgData name="김태영" userId="8443cd8f-b258-4c7c-bbdd-a870d3924868" providerId="ADAL" clId="{2B30183B-72AA-49C3-8324-98AE78112B80}" dt="2021-11-15T15:13:36.703" v="10382" actId="1076"/>
          <ac:spMkLst>
            <pc:docMk/>
            <pc:sldMk cId="2523817392" sldId="312"/>
            <ac:spMk id="18" creationId="{FF532EC8-CC41-4490-B2BC-6D30A501AC61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3" creationId="{B65F31A8-291A-485D-BF47-06FC8F947AC4}"/>
          </ac:spMkLst>
        </pc:spChg>
        <pc:spChg chg="add del mod">
          <ac:chgData name="김태영" userId="8443cd8f-b258-4c7c-bbdd-a870d3924868" providerId="ADAL" clId="{2B30183B-72AA-49C3-8324-98AE78112B80}" dt="2021-11-15T10:20:41.895" v="4227" actId="478"/>
          <ac:spMkLst>
            <pc:docMk/>
            <pc:sldMk cId="2523817392" sldId="312"/>
            <ac:spMk id="24" creationId="{7F355121-F19F-4D32-B000-EE703823C29C}"/>
          </ac:spMkLst>
        </pc:spChg>
        <pc:spChg chg="del">
          <ac:chgData name="김태영" userId="8443cd8f-b258-4c7c-bbdd-a870d3924868" providerId="ADAL" clId="{2B30183B-72AA-49C3-8324-98AE78112B80}" dt="2021-11-15T10:12:36.547" v="3756" actId="478"/>
          <ac:spMkLst>
            <pc:docMk/>
            <pc:sldMk cId="2523817392" sldId="312"/>
            <ac:spMk id="25" creationId="{C785668A-E12A-4468-BB78-FF3AF33A0FA9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6" creationId="{718E648C-73DC-4FA2-9061-1E84AA28D82F}"/>
          </ac:spMkLst>
        </pc:spChg>
        <pc:spChg chg="add mod or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3" creationId="{4688C29D-033A-4397-B4B5-2B41723DAE9D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4" creationId="{288E7B34-3959-43C4-A941-17A7E1CE1E28}"/>
          </ac:spMkLst>
        </pc:spChg>
        <pc:grpChg chg="add mod">
          <ac:chgData name="김태영" userId="8443cd8f-b258-4c7c-bbdd-a870d3924868" providerId="ADAL" clId="{2B30183B-72AA-49C3-8324-98AE78112B80}" dt="2021-11-15T15:12:29.323" v="10364" actId="1076"/>
          <ac:grpSpMkLst>
            <pc:docMk/>
            <pc:sldMk cId="2523817392" sldId="312"/>
            <ac:grpSpMk id="45" creationId="{D9437D2E-D01C-4B59-8CDF-623D4C59D04B}"/>
          </ac:grpSpMkLst>
        </pc:grpChg>
        <pc:cxnChg chg="del mod">
          <ac:chgData name="김태영" userId="8443cd8f-b258-4c7c-bbdd-a870d3924868" providerId="ADAL" clId="{2B30183B-72AA-49C3-8324-98AE78112B80}" dt="2021-11-15T10:12:29.050" v="3753" actId="478"/>
          <ac:cxnSpMkLst>
            <pc:docMk/>
            <pc:sldMk cId="2523817392" sldId="312"/>
            <ac:cxnSpMk id="13" creationId="{A1BA5EB0-9D09-444A-9F63-46E83AC2A613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15" creationId="{32C25F8D-A6EC-4614-9636-0D66D0AF88C3}"/>
          </ac:cxnSpMkLst>
        </pc:cxnChg>
        <pc:cxnChg chg="del mod">
          <ac:chgData name="김태영" userId="8443cd8f-b258-4c7c-bbdd-a870d3924868" providerId="ADAL" clId="{2B30183B-72AA-49C3-8324-98AE78112B80}" dt="2021-11-15T10:12:23.728" v="3750" actId="478"/>
          <ac:cxnSpMkLst>
            <pc:docMk/>
            <pc:sldMk cId="2523817392" sldId="312"/>
            <ac:cxnSpMk id="27" creationId="{89F9CA15-D32A-429F-B187-74B3FA1C8874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35" creationId="{2EE8C16C-D3A9-47E7-8240-201234166366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36" creationId="{BC5C2324-3058-42A2-84F2-B7F446493313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8:23.152" v="10447" actId="1076"/>
        <pc:sldMkLst>
          <pc:docMk/>
          <pc:sldMk cId="1490474408" sldId="313"/>
        </pc:sldMkLst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2" creationId="{A8285803-74ED-47C2-AA40-D687FE798AC8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10" creationId="{0B4327FD-AE2A-489C-AABB-2E8C5AB44D2E}"/>
          </ac:spMkLst>
        </pc:spChg>
        <pc:spChg chg="mod">
          <ac:chgData name="김태영" userId="8443cd8f-b258-4c7c-bbdd-a870d3924868" providerId="ADAL" clId="{2B30183B-72AA-49C3-8324-98AE78112B80}" dt="2021-11-15T15:18:23.152" v="10447" actId="1076"/>
          <ac:spMkLst>
            <pc:docMk/>
            <pc:sldMk cId="1490474408" sldId="313"/>
            <ac:spMk id="18" creationId="{FF532EC8-CC41-4490-B2BC-6D30A501AC61}"/>
          </ac:spMkLst>
        </pc:spChg>
        <pc:spChg chg="del mod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23" creationId="{B65F31A8-291A-485D-BF47-06FC8F947AC4}"/>
          </ac:spMkLst>
        </pc:spChg>
        <pc:picChg chg="add del mod">
          <ac:chgData name="김태영" userId="8443cd8f-b258-4c7c-bbdd-a870d3924868" providerId="ADAL" clId="{2B30183B-72AA-49C3-8324-98AE78112B80}" dt="2021-11-15T15:15:44.892" v="10384" actId="478"/>
          <ac:picMkLst>
            <pc:docMk/>
            <pc:sldMk cId="1490474408" sldId="313"/>
            <ac:picMk id="11" creationId="{00919070-F0A6-4130-AA2F-FE13020DF94C}"/>
          </ac:picMkLst>
        </pc:picChg>
        <pc:picChg chg="add mod">
          <ac:chgData name="김태영" userId="8443cd8f-b258-4c7c-bbdd-a870d3924868" providerId="ADAL" clId="{2B30183B-72AA-49C3-8324-98AE78112B80}" dt="2021-11-15T15:18:08.355" v="10439" actId="1076"/>
          <ac:picMkLst>
            <pc:docMk/>
            <pc:sldMk cId="1490474408" sldId="313"/>
            <ac:picMk id="13" creationId="{BC306A1E-E6A8-4D00-95C6-62A90442069C}"/>
          </ac:picMkLst>
        </pc:picChg>
        <pc:cxnChg chg="del mod">
          <ac:chgData name="김태영" userId="8443cd8f-b258-4c7c-bbdd-a870d3924868" providerId="ADAL" clId="{2B30183B-72AA-49C3-8324-98AE78112B80}" dt="2021-11-15T10:27:34.470" v="4258" actId="478"/>
          <ac:cxnSpMkLst>
            <pc:docMk/>
            <pc:sldMk cId="1490474408" sldId="313"/>
            <ac:cxnSpMk id="15" creationId="{32C25F8D-A6EC-4614-9636-0D66D0AF88C3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22:35.517" v="10513" actId="20577"/>
        <pc:sldMkLst>
          <pc:docMk/>
          <pc:sldMk cId="2026517445" sldId="314"/>
        </pc:sldMkLst>
        <pc:spChg chg="add mod">
          <ac:chgData name="김태영" userId="8443cd8f-b258-4c7c-bbdd-a870d3924868" providerId="ADAL" clId="{2B30183B-72AA-49C3-8324-98AE78112B80}" dt="2021-11-15T15:22:35.517" v="10513" actId="20577"/>
          <ac:spMkLst>
            <pc:docMk/>
            <pc:sldMk cId="2026517445" sldId="314"/>
            <ac:spMk id="13" creationId="{F39B5A1A-A4AF-499D-9B88-AD1AF01B8CBC}"/>
          </ac:spMkLst>
        </pc:spChg>
        <pc:spChg chg="del mod">
          <ac:chgData name="김태영" userId="8443cd8f-b258-4c7c-bbdd-a870d3924868" providerId="ADAL" clId="{2B30183B-72AA-49C3-8324-98AE78112B80}" dt="2021-11-15T15:21:42.289" v="10491" actId="478"/>
          <ac:spMkLst>
            <pc:docMk/>
            <pc:sldMk cId="2026517445" sldId="314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5:21:06.501" v="10448" actId="478"/>
          <ac:picMkLst>
            <pc:docMk/>
            <pc:sldMk cId="2026517445" sldId="314"/>
            <ac:picMk id="4" creationId="{690215CE-ABBB-4607-9429-93FE1C80D39B}"/>
          </ac:picMkLst>
        </pc:picChg>
        <pc:picChg chg="add mod">
          <ac:chgData name="김태영" userId="8443cd8f-b258-4c7c-bbdd-a870d3924868" providerId="ADAL" clId="{2B30183B-72AA-49C3-8324-98AE78112B80}" dt="2021-11-15T15:21:55.242" v="10496" actId="1076"/>
          <ac:picMkLst>
            <pc:docMk/>
            <pc:sldMk cId="2026517445" sldId="314"/>
            <ac:picMk id="8" creationId="{592BC4DB-35C5-4D24-A725-C4F03352E4FE}"/>
          </ac:picMkLst>
        </pc:picChg>
        <pc:picChg chg="del">
          <ac:chgData name="김태영" userId="8443cd8f-b258-4c7c-bbdd-a870d3924868" providerId="ADAL" clId="{2B30183B-72AA-49C3-8324-98AE78112B80}" dt="2021-11-15T10:34:46.126" v="4675" actId="478"/>
          <ac:picMkLst>
            <pc:docMk/>
            <pc:sldMk cId="2026517445" sldId="314"/>
            <ac:picMk id="11" creationId="{00919070-F0A6-4130-AA2F-FE13020DF94C}"/>
          </ac:picMkLst>
        </pc:picChg>
        <pc:picChg chg="add del mod">
          <ac:chgData name="김태영" userId="8443cd8f-b258-4c7c-bbdd-a870d3924868" providerId="ADAL" clId="{2B30183B-72AA-49C3-8324-98AE78112B80}" dt="2021-11-15T15:21:30.123" v="10486" actId="478"/>
          <ac:picMkLst>
            <pc:docMk/>
            <pc:sldMk cId="2026517445" sldId="314"/>
            <ac:picMk id="12" creationId="{972F3A86-46F1-4AD9-860C-B8D49A76C325}"/>
          </ac:picMkLst>
        </pc:picChg>
      </pc:sldChg>
      <pc:sldChg chg="addSp delSp modSp add mod">
        <pc:chgData name="김태영" userId="8443cd8f-b258-4c7c-bbdd-a870d3924868" providerId="ADAL" clId="{2B30183B-72AA-49C3-8324-98AE78112B80}" dt="2021-11-15T15:10:19.701" v="10316" actId="167"/>
        <pc:sldMkLst>
          <pc:docMk/>
          <pc:sldMk cId="535377094" sldId="315"/>
        </pc:sldMkLst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2" creationId="{A8285803-74ED-47C2-AA40-D687FE798AC8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9" creationId="{C2B7D433-1862-44B7-8929-8EA36825A77B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1" creationId="{68AD701F-13F4-411E-9049-3B249C395370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2" creationId="{37FB9F1D-4F12-47E3-B0B9-00D3BD4AC2D7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6" creationId="{F182965D-CA9A-4013-9DDD-7647EE9DF90A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18" creationId="{2C8D9379-6FBB-49A8-88F2-CCD6A36C2D61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19" creationId="{1066826D-DBA5-4BA1-9B38-10B43B93CB16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0" creationId="{9151A43A-4179-4E9B-A65A-88BC6BFD1B72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1" creationId="{EB5028F3-A9D9-4D6B-8C0F-D3DD28818923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2" creationId="{6CBF9A3C-EBB2-42DE-AB55-885CA8B45C7F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3" creationId="{A485AE89-C58C-4653-853C-2D24605C08EA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4" creationId="{602C387E-8BF3-4CD5-A0AC-D9D6C58AF108}"/>
          </ac:spMkLst>
        </pc:spChg>
        <pc:spChg chg="mod">
          <ac:chgData name="김태영" userId="8443cd8f-b258-4c7c-bbdd-a870d3924868" providerId="ADAL" clId="{2B30183B-72AA-49C3-8324-98AE78112B80}" dt="2021-11-15T15:09:20.878" v="10305" actId="1076"/>
          <ac:spMkLst>
            <pc:docMk/>
            <pc:sldMk cId="535377094" sldId="315"/>
            <ac:spMk id="25" creationId="{C785668A-E12A-4468-BB78-FF3AF33A0FA9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8" creationId="{9E5F58CB-6CAB-4022-A025-BCFDCF3CD461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0" creationId="{BFDE64E2-C412-43CE-B4E2-FF5C9924384E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2" creationId="{B11CA5C7-38EF-431D-92F5-32914A3E7583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3" creationId="{6A8E5ECD-63DC-4DC4-B2C6-A76FD9EB8233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4" creationId="{F2CEE615-EBAF-4232-89B8-394DDC337FC1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5" creationId="{53DB8AE6-BEFA-411E-9009-81CE5FCABFC5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6" creationId="{A205FE8C-5D5C-4541-8121-C56611E2A198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7" creationId="{6E61863B-90A4-41D5-AD5F-3358BD5C2E1A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8" creationId="{D263481D-A39F-41F2-BF25-9DC93FCCCD27}"/>
          </ac:spMkLst>
        </pc:spChg>
        <pc:spChg chg="add mod ord">
          <ac:chgData name="김태영" userId="8443cd8f-b258-4c7c-bbdd-a870d3924868" providerId="ADAL" clId="{2B30183B-72AA-49C3-8324-98AE78112B80}" dt="2021-11-15T15:10:19.701" v="10316" actId="167"/>
          <ac:spMkLst>
            <pc:docMk/>
            <pc:sldMk cId="535377094" sldId="315"/>
            <ac:spMk id="42" creationId="{D0500E52-0531-4A7C-B344-3E1D37754611}"/>
          </ac:spMkLst>
        </pc:spChg>
        <pc:cxnChg chg="del mod">
          <ac:chgData name="김태영" userId="8443cd8f-b258-4c7c-bbdd-a870d3924868" providerId="ADAL" clId="{2B30183B-72AA-49C3-8324-98AE78112B80}" dt="2021-11-15T15:08:53.675" v="10294" actId="478"/>
          <ac:cxnSpMkLst>
            <pc:docMk/>
            <pc:sldMk cId="535377094" sldId="315"/>
            <ac:cxnSpMk id="13" creationId="{A1BA5EB0-9D09-444A-9F63-46E83AC2A613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17" creationId="{D6D1DC0F-4EB1-487B-8BE3-D115D3840D86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26" creationId="{3E9D1456-A36E-43F9-B9A8-59A09562F75B}"/>
          </ac:cxnSpMkLst>
        </pc:cxnChg>
        <pc:cxnChg chg="mod">
          <ac:chgData name="김태영" userId="8443cd8f-b258-4c7c-bbdd-a870d3924868" providerId="ADAL" clId="{2B30183B-72AA-49C3-8324-98AE78112B80}" dt="2021-11-15T15:09:20.878" v="10305" actId="1076"/>
          <ac:cxnSpMkLst>
            <pc:docMk/>
            <pc:sldMk cId="535377094" sldId="315"/>
            <ac:cxnSpMk id="27" creationId="{89F9CA15-D32A-429F-B187-74B3FA1C8874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29" creationId="{5F36444F-A87D-4925-8B57-F59A79AFA8C2}"/>
          </ac:cxnSpMkLst>
        </pc:cxnChg>
        <pc:cxnChg chg="add mod">
          <ac:chgData name="김태영" userId="8443cd8f-b258-4c7c-bbdd-a870d3924868" providerId="ADAL" clId="{2B30183B-72AA-49C3-8324-98AE78112B80}" dt="2021-11-15T15:08:54.014" v="10295"/>
          <ac:cxnSpMkLst>
            <pc:docMk/>
            <pc:sldMk cId="535377094" sldId="315"/>
            <ac:cxnSpMk id="31" creationId="{21C3BCD2-79FE-40B6-8F40-F5E3B29D7738}"/>
          </ac:cxnSpMkLst>
        </pc:cxnChg>
      </pc:sldChg>
      <pc:sldChg chg="delSp modSp add mod modNotesTx">
        <pc:chgData name="김태영" userId="8443cd8f-b258-4c7c-bbdd-a870d3924868" providerId="ADAL" clId="{2B30183B-72AA-49C3-8324-98AE78112B80}" dt="2021-11-15T15:25:26.624" v="10540" actId="1076"/>
        <pc:sldMkLst>
          <pc:docMk/>
          <pc:sldMk cId="1156014458" sldId="316"/>
        </pc:sldMkLst>
        <pc:spChg chg="mod">
          <ac:chgData name="김태영" userId="8443cd8f-b258-4c7c-bbdd-a870d3924868" providerId="ADAL" clId="{2B30183B-72AA-49C3-8324-98AE78112B80}" dt="2021-11-15T15:25:26.624" v="10540" actId="1076"/>
          <ac:spMkLst>
            <pc:docMk/>
            <pc:sldMk cId="1156014458" sldId="316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0:52:05.810" v="5030" actId="478"/>
          <ac:picMkLst>
            <pc:docMk/>
            <pc:sldMk cId="1156014458" sldId="316"/>
            <ac:picMk id="4" creationId="{690215CE-ABBB-4607-9429-93FE1C80D39B}"/>
          </ac:picMkLst>
        </pc:picChg>
      </pc:sldChg>
      <pc:sldChg chg="modSp add del mod">
        <pc:chgData name="김태영" userId="8443cd8f-b258-4c7c-bbdd-a870d3924868" providerId="ADAL" clId="{2B30183B-72AA-49C3-8324-98AE78112B80}" dt="2021-11-15T15:25:58.224" v="10541" actId="47"/>
        <pc:sldMkLst>
          <pc:docMk/>
          <pc:sldMk cId="2962882326" sldId="317"/>
        </pc:sldMkLst>
        <pc:spChg chg="mod">
          <ac:chgData name="김태영" userId="8443cd8f-b258-4c7c-bbdd-a870d3924868" providerId="ADAL" clId="{2B30183B-72AA-49C3-8324-98AE78112B80}" dt="2021-11-15T10:57:36.837" v="5704" actId="20577"/>
          <ac:spMkLst>
            <pc:docMk/>
            <pc:sldMk cId="2962882326" sldId="317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0:57:33.744" v="5702" actId="14100"/>
          <ac:spMkLst>
            <pc:docMk/>
            <pc:sldMk cId="2962882326" sldId="317"/>
            <ac:spMk id="5" creationId="{26EAEEBF-5BDB-4608-AAFA-A699C7F4D6A6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6:58:52.675" v="13922" actId="1076"/>
        <pc:sldMkLst>
          <pc:docMk/>
          <pc:sldMk cId="2594186074" sldId="318"/>
        </pc:sldMkLst>
        <pc:spChg chg="mod">
          <ac:chgData name="김태영" userId="8443cd8f-b258-4c7c-bbdd-a870d3924868" providerId="ADAL" clId="{2B30183B-72AA-49C3-8324-98AE78112B80}" dt="2021-11-15T14:57:00.542" v="10191" actId="20577"/>
          <ac:spMkLst>
            <pc:docMk/>
            <pc:sldMk cId="2594186074" sldId="318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4:57:12.949" v="10229" actId="20577"/>
          <ac:spMkLst>
            <pc:docMk/>
            <pc:sldMk cId="2594186074" sldId="318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16:57:20.324" v="13826" actId="1035"/>
          <ac:spMkLst>
            <pc:docMk/>
            <pc:sldMk cId="2594186074" sldId="318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6:57:20.324" v="13826" actId="1035"/>
          <ac:spMkLst>
            <pc:docMk/>
            <pc:sldMk cId="2594186074" sldId="318"/>
            <ac:spMk id="12" creationId="{2A9F3C9B-74C0-4C65-BE7D-398BF0DE373B}"/>
          </ac:spMkLst>
        </pc:spChg>
        <pc:spChg chg="mod">
          <ac:chgData name="김태영" userId="8443cd8f-b258-4c7c-bbdd-a870d3924868" providerId="ADAL" clId="{2B30183B-72AA-49C3-8324-98AE78112B80}" dt="2021-11-15T16:58:52.675" v="13922" actId="1076"/>
          <ac:spMkLst>
            <pc:docMk/>
            <pc:sldMk cId="2594186074" sldId="318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1:02:22.327" v="5931" actId="478"/>
          <ac:picMkLst>
            <pc:docMk/>
            <pc:sldMk cId="2594186074" sldId="318"/>
            <ac:picMk id="4" creationId="{1A593FCF-7D59-4F61-9D1D-F6E96701A4DD}"/>
          </ac:picMkLst>
        </pc:picChg>
        <pc:picChg chg="add mod">
          <ac:chgData name="김태영" userId="8443cd8f-b258-4c7c-bbdd-a870d3924868" providerId="ADAL" clId="{2B30183B-72AA-49C3-8324-98AE78112B80}" dt="2021-11-15T16:57:20.324" v="13826" actId="1035"/>
          <ac:picMkLst>
            <pc:docMk/>
            <pc:sldMk cId="2594186074" sldId="318"/>
            <ac:picMk id="8" creationId="{766A371E-7D52-4CBA-B4C9-20DA6B4646F2}"/>
          </ac:picMkLst>
        </pc:picChg>
        <pc:cxnChg chg="add mod">
          <ac:chgData name="김태영" userId="8443cd8f-b258-4c7c-bbdd-a870d3924868" providerId="ADAL" clId="{2B30183B-72AA-49C3-8324-98AE78112B80}" dt="2021-11-15T16:57:20.324" v="13826" actId="1035"/>
          <ac:cxnSpMkLst>
            <pc:docMk/>
            <pc:sldMk cId="2594186074" sldId="318"/>
            <ac:cxnSpMk id="10" creationId="{2FFA788B-5AE5-42B8-8CEE-650F9097D727}"/>
          </ac:cxnSpMkLst>
        </pc:cxnChg>
      </pc:sldChg>
      <pc:sldChg chg="addSp delSp modSp add del mod modNotesTx">
        <pc:chgData name="김태영" userId="8443cd8f-b258-4c7c-bbdd-a870d3924868" providerId="ADAL" clId="{2B30183B-72AA-49C3-8324-98AE78112B80}" dt="2021-11-15T16:53:58.911" v="13797" actId="47"/>
        <pc:sldMkLst>
          <pc:docMk/>
          <pc:sldMk cId="3846291439" sldId="319"/>
        </pc:sldMkLst>
        <pc:spChg chg="mod">
          <ac:chgData name="김태영" userId="8443cd8f-b258-4c7c-bbdd-a870d3924868" providerId="ADAL" clId="{2B30183B-72AA-49C3-8324-98AE78112B80}" dt="2021-11-15T11:17:06.613" v="6537" actId="20577"/>
          <ac:spMkLst>
            <pc:docMk/>
            <pc:sldMk cId="3846291439" sldId="319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1:17:18.151" v="6588" actId="20577"/>
          <ac:spMkLst>
            <pc:docMk/>
            <pc:sldMk cId="3846291439" sldId="319"/>
            <ac:spMk id="5" creationId="{26EAEEBF-5BDB-4608-AAFA-A699C7F4D6A6}"/>
          </ac:spMkLst>
        </pc:spChg>
        <pc:spChg chg="add del mod">
          <ac:chgData name="김태영" userId="8443cd8f-b258-4c7c-bbdd-a870d3924868" providerId="ADAL" clId="{2B30183B-72AA-49C3-8324-98AE78112B80}" dt="2021-11-15T12:21:18.950" v="7231" actId="478"/>
          <ac:spMkLst>
            <pc:docMk/>
            <pc:sldMk cId="3846291439" sldId="319"/>
            <ac:spMk id="9" creationId="{2BDB7C23-92C9-4EC1-AD1F-EAB0993602C3}"/>
          </ac:spMkLst>
        </pc:spChg>
        <pc:spChg chg="add del mod">
          <ac:chgData name="김태영" userId="8443cd8f-b258-4c7c-bbdd-a870d3924868" providerId="ADAL" clId="{2B30183B-72AA-49C3-8324-98AE78112B80}" dt="2021-11-15T12:22:17.504" v="7439" actId="21"/>
          <ac:spMkLst>
            <pc:docMk/>
            <pc:sldMk cId="3846291439" sldId="319"/>
            <ac:spMk id="11" creationId="{BF6E2696-321F-441C-9781-2BB46A66BABF}"/>
          </ac:spMkLst>
        </pc:spChg>
        <pc:spChg chg="mod">
          <ac:chgData name="김태영" userId="8443cd8f-b258-4c7c-bbdd-a870d3924868" providerId="ADAL" clId="{2B30183B-72AA-49C3-8324-98AE78112B80}" dt="2021-11-15T11:32:39.725" v="7011" actId="20577"/>
          <ac:spMkLst>
            <pc:docMk/>
            <pc:sldMk cId="3846291439" sldId="319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1:32:24.676" v="7004" actId="478"/>
          <ac:picMkLst>
            <pc:docMk/>
            <pc:sldMk cId="3846291439" sldId="319"/>
            <ac:picMk id="8" creationId="{766A371E-7D52-4CBA-B4C9-20DA6B4646F2}"/>
          </ac:picMkLst>
        </pc:picChg>
      </pc:sldChg>
      <pc:sldChg chg="delSp modSp add mod ord modNotesTx">
        <pc:chgData name="김태영" userId="8443cd8f-b258-4c7c-bbdd-a870d3924868" providerId="ADAL" clId="{2B30183B-72AA-49C3-8324-98AE78112B80}" dt="2021-11-15T16:59:04.835" v="13924"/>
        <pc:sldMkLst>
          <pc:docMk/>
          <pc:sldMk cId="3829291059" sldId="320"/>
        </pc:sldMkLst>
        <pc:spChg chg="del mod">
          <ac:chgData name="김태영" userId="8443cd8f-b258-4c7c-bbdd-a870d3924868" providerId="ADAL" clId="{2B30183B-72AA-49C3-8324-98AE78112B80}" dt="2021-11-15T16:57:55.356" v="13872" actId="478"/>
          <ac:spMkLst>
            <pc:docMk/>
            <pc:sldMk cId="3829291059" sldId="320"/>
            <ac:spMk id="9" creationId="{2BDB7C23-92C9-4EC1-AD1F-EAB0993602C3}"/>
          </ac:spMkLst>
        </pc:spChg>
        <pc:spChg chg="mod">
          <ac:chgData name="김태영" userId="8443cd8f-b258-4c7c-bbdd-a870d3924868" providerId="ADAL" clId="{2B30183B-72AA-49C3-8324-98AE78112B80}" dt="2021-11-15T16:57:03.257" v="13808" actId="21"/>
          <ac:spMkLst>
            <pc:docMk/>
            <pc:sldMk cId="3829291059" sldId="320"/>
            <ac:spMk id="11" creationId="{BF6E2696-321F-441C-9781-2BB46A66BABF}"/>
          </ac:spMkLst>
        </pc:spChg>
        <pc:spChg chg="mod">
          <ac:chgData name="김태영" userId="8443cd8f-b258-4c7c-bbdd-a870d3924868" providerId="ADAL" clId="{2B30183B-72AA-49C3-8324-98AE78112B80}" dt="2021-11-15T16:58:18.549" v="13878" actId="20577"/>
          <ac:spMkLst>
            <pc:docMk/>
            <pc:sldMk cId="3829291059" sldId="320"/>
            <ac:spMk id="18" creationId="{FF532EC8-CC41-4490-B2BC-6D30A501AC61}"/>
          </ac:spMkLst>
        </pc:spChg>
      </pc:sldChg>
      <pc:sldChg chg="addSp delSp modSp add mod ord modNotesTx">
        <pc:chgData name="김태영" userId="8443cd8f-b258-4c7c-bbdd-a870d3924868" providerId="ADAL" clId="{2B30183B-72AA-49C3-8324-98AE78112B80}" dt="2021-11-15T17:07:59.321" v="14360" actId="1076"/>
        <pc:sldMkLst>
          <pc:docMk/>
          <pc:sldMk cId="2285916183" sldId="321"/>
        </pc:sldMkLst>
        <pc:spChg chg="mod">
          <ac:chgData name="김태영" userId="8443cd8f-b258-4c7c-bbdd-a870d3924868" providerId="ADAL" clId="{2B30183B-72AA-49C3-8324-98AE78112B80}" dt="2021-11-15T17:04:42.607" v="14112" actId="1076"/>
          <ac:spMkLst>
            <pc:docMk/>
            <pc:sldMk cId="2285916183" sldId="321"/>
            <ac:spMk id="9" creationId="{2BDB7C23-92C9-4EC1-AD1F-EAB0993602C3}"/>
          </ac:spMkLst>
        </pc:spChg>
        <pc:spChg chg="del mod">
          <ac:chgData name="김태영" userId="8443cd8f-b258-4c7c-bbdd-a870d3924868" providerId="ADAL" clId="{2B30183B-72AA-49C3-8324-98AE78112B80}" dt="2021-11-15T17:02:13.557" v="13964" actId="478"/>
          <ac:spMkLst>
            <pc:docMk/>
            <pc:sldMk cId="2285916183" sldId="321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7:07:59.321" v="14360" actId="1076"/>
          <ac:spMkLst>
            <pc:docMk/>
            <pc:sldMk cId="2285916183" sldId="321"/>
            <ac:spMk id="12" creationId="{389D5CDA-68F1-4670-8EB2-E30947205309}"/>
          </ac:spMkLst>
        </pc:spChg>
        <pc:spChg chg="add mod">
          <ac:chgData name="김태영" userId="8443cd8f-b258-4c7c-bbdd-a870d3924868" providerId="ADAL" clId="{2B30183B-72AA-49C3-8324-98AE78112B80}" dt="2021-11-15T17:05:44.302" v="14118" actId="14100"/>
          <ac:spMkLst>
            <pc:docMk/>
            <pc:sldMk cId="2285916183" sldId="321"/>
            <ac:spMk id="14" creationId="{0CE5035E-3E66-498C-BF97-80F5744799DA}"/>
          </ac:spMkLst>
        </pc:spChg>
        <pc:spChg chg="add mod">
          <ac:chgData name="김태영" userId="8443cd8f-b258-4c7c-bbdd-a870d3924868" providerId="ADAL" clId="{2B30183B-72AA-49C3-8324-98AE78112B80}" dt="2021-11-15T17:07:37.978" v="14358" actId="14100"/>
          <ac:spMkLst>
            <pc:docMk/>
            <pc:sldMk cId="2285916183" sldId="321"/>
            <ac:spMk id="15" creationId="{31D1C1FB-009B-42AF-BA47-F369A28C7C55}"/>
          </ac:spMkLst>
        </pc:spChg>
        <pc:spChg chg="del mod">
          <ac:chgData name="김태영" userId="8443cd8f-b258-4c7c-bbdd-a870d3924868" providerId="ADAL" clId="{2B30183B-72AA-49C3-8324-98AE78112B80}" dt="2021-11-15T17:02:15.910" v="13966" actId="478"/>
          <ac:spMkLst>
            <pc:docMk/>
            <pc:sldMk cId="2285916183" sldId="321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7:03:04.774" v="13970" actId="21"/>
          <ac:picMkLst>
            <pc:docMk/>
            <pc:sldMk cId="2285916183" sldId="321"/>
            <ac:picMk id="4" creationId="{4400FF9F-112B-4EE6-A43E-33B4B0B49669}"/>
          </ac:picMkLst>
        </pc:picChg>
        <pc:picChg chg="add mod">
          <ac:chgData name="김태영" userId="8443cd8f-b258-4c7c-bbdd-a870d3924868" providerId="ADAL" clId="{2B30183B-72AA-49C3-8324-98AE78112B80}" dt="2021-11-15T17:04:37.455" v="14111" actId="1076"/>
          <ac:picMkLst>
            <pc:docMk/>
            <pc:sldMk cId="2285916183" sldId="321"/>
            <ac:picMk id="13" creationId="{50750F62-D3F6-42D3-96FF-806E08252BA8}"/>
          </ac:picMkLst>
        </pc:picChg>
      </pc:sldChg>
      <pc:sldChg chg="addSp delSp modSp add mod ord modNotesTx">
        <pc:chgData name="김태영" userId="8443cd8f-b258-4c7c-bbdd-a870d3924868" providerId="ADAL" clId="{2B30183B-72AA-49C3-8324-98AE78112B80}" dt="2021-11-15T17:06:24.585" v="14220"/>
        <pc:sldMkLst>
          <pc:docMk/>
          <pc:sldMk cId="4100127133" sldId="322"/>
        </pc:sldMkLst>
        <pc:spChg chg="add del mod">
          <ac:chgData name="김태영" userId="8443cd8f-b258-4c7c-bbdd-a870d3924868" providerId="ADAL" clId="{2B30183B-72AA-49C3-8324-98AE78112B80}" dt="2021-11-15T17:01:13.476" v="13940" actId="1035"/>
          <ac:spMkLst>
            <pc:docMk/>
            <pc:sldMk cId="4100127133" sldId="322"/>
            <ac:spMk id="9" creationId="{2BDB7C23-92C9-4EC1-AD1F-EAB0993602C3}"/>
          </ac:spMkLst>
        </pc:spChg>
        <pc:spChg chg="del">
          <ac:chgData name="김태영" userId="8443cd8f-b258-4c7c-bbdd-a870d3924868" providerId="ADAL" clId="{2B30183B-72AA-49C3-8324-98AE78112B80}" dt="2021-11-15T12:22:45.740" v="7445" actId="478"/>
          <ac:spMkLst>
            <pc:docMk/>
            <pc:sldMk cId="4100127133" sldId="322"/>
            <ac:spMk id="11" creationId="{BF6E2696-321F-441C-9781-2BB46A66BABF}"/>
          </ac:spMkLst>
        </pc:spChg>
        <pc:spChg chg="del mod">
          <ac:chgData name="김태영" userId="8443cd8f-b258-4c7c-bbdd-a870d3924868" providerId="ADAL" clId="{2B30183B-72AA-49C3-8324-98AE78112B80}" dt="2021-11-15T11:54:02.080" v="7132" actId="478"/>
          <ac:spMkLst>
            <pc:docMk/>
            <pc:sldMk cId="4100127133" sldId="322"/>
            <ac:spMk id="12" creationId="{389D5CDA-68F1-4670-8EB2-E30947205309}"/>
          </ac:spMkLst>
        </pc:spChg>
        <pc:spChg chg="add mod">
          <ac:chgData name="김태영" userId="8443cd8f-b258-4c7c-bbdd-a870d3924868" providerId="ADAL" clId="{2B30183B-72AA-49C3-8324-98AE78112B80}" dt="2021-11-15T17:03:29.613" v="13978" actId="14100"/>
          <ac:spMkLst>
            <pc:docMk/>
            <pc:sldMk cId="4100127133" sldId="322"/>
            <ac:spMk id="14" creationId="{1AA33213-588E-41C6-970B-2D15BB58AD31}"/>
          </ac:spMkLst>
        </pc:spChg>
        <pc:spChg chg="add mod">
          <ac:chgData name="김태영" userId="8443cd8f-b258-4c7c-bbdd-a870d3924868" providerId="ADAL" clId="{2B30183B-72AA-49C3-8324-98AE78112B80}" dt="2021-11-15T17:01:43.982" v="13957" actId="1076"/>
          <ac:spMkLst>
            <pc:docMk/>
            <pc:sldMk cId="4100127133" sldId="322"/>
            <ac:spMk id="16" creationId="{33FCD501-7014-48A2-9634-8338C0D2E1F5}"/>
          </ac:spMkLst>
        </pc:spChg>
        <pc:spChg chg="del">
          <ac:chgData name="김태영" userId="8443cd8f-b258-4c7c-bbdd-a870d3924868" providerId="ADAL" clId="{2B30183B-72AA-49C3-8324-98AE78112B80}" dt="2021-11-15T16:54:13.775" v="13807" actId="478"/>
          <ac:spMkLst>
            <pc:docMk/>
            <pc:sldMk cId="4100127133" sldId="322"/>
            <ac:spMk id="18" creationId="{FF532EC8-CC41-4490-B2BC-6D30A501AC61}"/>
          </ac:spMkLst>
        </pc:spChg>
        <pc:spChg chg="add mod">
          <ac:chgData name="김태영" userId="8443cd8f-b258-4c7c-bbdd-a870d3924868" providerId="ADAL" clId="{2B30183B-72AA-49C3-8324-98AE78112B80}" dt="2021-11-15T17:03:42.794" v="13982" actId="1038"/>
          <ac:spMkLst>
            <pc:docMk/>
            <pc:sldMk cId="4100127133" sldId="322"/>
            <ac:spMk id="20" creationId="{0C942862-1BF5-4C2A-87CE-E4C6C797AD50}"/>
          </ac:spMkLst>
        </pc:spChg>
        <pc:picChg chg="del">
          <ac:chgData name="김태영" userId="8443cd8f-b258-4c7c-bbdd-a870d3924868" providerId="ADAL" clId="{2B30183B-72AA-49C3-8324-98AE78112B80}" dt="2021-11-15T11:53:59.643" v="7130" actId="478"/>
          <ac:picMkLst>
            <pc:docMk/>
            <pc:sldMk cId="4100127133" sldId="322"/>
            <ac:picMk id="4" creationId="{4400FF9F-112B-4EE6-A43E-33B4B0B49669}"/>
          </ac:picMkLst>
        </pc:picChg>
        <pc:picChg chg="add del mod">
          <ac:chgData name="김태영" userId="8443cd8f-b258-4c7c-bbdd-a870d3924868" providerId="ADAL" clId="{2B30183B-72AA-49C3-8324-98AE78112B80}" dt="2021-11-15T12:20:03.885" v="7225" actId="478"/>
          <ac:picMkLst>
            <pc:docMk/>
            <pc:sldMk cId="4100127133" sldId="322"/>
            <ac:picMk id="7" creationId="{C7D52FFC-9AB1-4E25-AF4C-C182B2167D5A}"/>
          </ac:picMkLst>
        </pc:picChg>
        <pc:picChg chg="add del mod">
          <ac:chgData name="김태영" userId="8443cd8f-b258-4c7c-bbdd-a870d3924868" providerId="ADAL" clId="{2B30183B-72AA-49C3-8324-98AE78112B80}" dt="2021-11-15T17:02:50.925" v="13967" actId="21"/>
          <ac:picMkLst>
            <pc:docMk/>
            <pc:sldMk cId="4100127133" sldId="322"/>
            <ac:picMk id="10" creationId="{639EC62B-A463-493E-8651-142A40593B84}"/>
          </ac:picMkLst>
        </pc:picChg>
        <pc:picChg chg="add mod ord">
          <ac:chgData name="김태영" userId="8443cd8f-b258-4c7c-bbdd-a870d3924868" providerId="ADAL" clId="{2B30183B-72AA-49C3-8324-98AE78112B80}" dt="2021-11-15T17:03:20.680" v="13976" actId="1076"/>
          <ac:picMkLst>
            <pc:docMk/>
            <pc:sldMk cId="4100127133" sldId="322"/>
            <ac:picMk id="19" creationId="{B8830C61-C04B-45D9-8985-A625F64CE0C4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4:49.411" v="10170" actId="20577"/>
        <pc:sldMkLst>
          <pc:docMk/>
          <pc:sldMk cId="2576018947" sldId="323"/>
        </pc:sldMkLst>
        <pc:spChg chg="add mod">
          <ac:chgData name="김태영" userId="8443cd8f-b258-4c7c-bbdd-a870d3924868" providerId="ADAL" clId="{2B30183B-72AA-49C3-8324-98AE78112B80}" dt="2021-11-15T14:53:43.870" v="10149" actId="1035"/>
          <ac:spMkLst>
            <pc:docMk/>
            <pc:sldMk cId="2576018947" sldId="323"/>
            <ac:spMk id="2" creationId="{1A28FB0C-84B9-4BE0-B2C1-4E35DA08682B}"/>
          </ac:spMkLst>
        </pc:spChg>
        <pc:spChg chg="del">
          <ac:chgData name="김태영" userId="8443cd8f-b258-4c7c-bbdd-a870d3924868" providerId="ADAL" clId="{2B30183B-72AA-49C3-8324-98AE78112B80}" dt="2021-11-15T11:56:23.398" v="7139" actId="478"/>
          <ac:spMkLst>
            <pc:docMk/>
            <pc:sldMk cId="2576018947" sldId="323"/>
            <ac:spMk id="9" creationId="{2BDB7C23-92C9-4EC1-AD1F-EAB0993602C3}"/>
          </ac:spMkLst>
        </pc:spChg>
        <pc:spChg chg="add mod">
          <ac:chgData name="김태영" userId="8443cd8f-b258-4c7c-bbdd-a870d3924868" providerId="ADAL" clId="{2B30183B-72AA-49C3-8324-98AE78112B80}" dt="2021-11-15T14:53:56.718" v="10163" actId="20577"/>
          <ac:spMkLst>
            <pc:docMk/>
            <pc:sldMk cId="2576018947" sldId="323"/>
            <ac:spMk id="10" creationId="{A24D94A5-4B73-4ADA-BCDA-FE33263EA2B4}"/>
          </ac:spMkLst>
        </pc:spChg>
        <pc:spChg chg="del">
          <ac:chgData name="김태영" userId="8443cd8f-b258-4c7c-bbdd-a870d3924868" providerId="ADAL" clId="{2B30183B-72AA-49C3-8324-98AE78112B80}" dt="2021-11-15T11:56:23.398" v="7139" actId="478"/>
          <ac:spMkLst>
            <pc:docMk/>
            <pc:sldMk cId="2576018947" sldId="323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4:54:49.411" v="10170" actId="20577"/>
          <ac:spMkLst>
            <pc:docMk/>
            <pc:sldMk cId="2576018947" sldId="323"/>
            <ac:spMk id="12" creationId="{5C088F7D-5074-43A3-9683-26FA5B15984E}"/>
          </ac:spMkLst>
        </pc:spChg>
        <pc:spChg chg="del mod">
          <ac:chgData name="김태영" userId="8443cd8f-b258-4c7c-bbdd-a870d3924868" providerId="ADAL" clId="{2B30183B-72AA-49C3-8324-98AE78112B80}" dt="2021-11-15T11:56:26.357" v="7141" actId="478"/>
          <ac:spMkLst>
            <pc:docMk/>
            <pc:sldMk cId="2576018947" sldId="323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1:56:23.398" v="7139" actId="478"/>
          <ac:picMkLst>
            <pc:docMk/>
            <pc:sldMk cId="2576018947" sldId="323"/>
            <ac:picMk id="7" creationId="{C7D52FFC-9AB1-4E25-AF4C-C182B2167D5A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6:07.049" v="10189" actId="20577"/>
        <pc:sldMkLst>
          <pc:docMk/>
          <pc:sldMk cId="3421980833" sldId="324"/>
        </pc:sldMkLst>
        <pc:spChg chg="del mod">
          <ac:chgData name="김태영" userId="8443cd8f-b258-4c7c-bbdd-a870d3924868" providerId="ADAL" clId="{2B30183B-72AA-49C3-8324-98AE78112B80}" dt="2021-11-15T13:07:07.291" v="9298" actId="478"/>
          <ac:spMkLst>
            <pc:docMk/>
            <pc:sldMk cId="3421980833" sldId="324"/>
            <ac:spMk id="2" creationId="{1A28FB0C-84B9-4BE0-B2C1-4E35DA08682B}"/>
          </ac:spMkLst>
        </pc:spChg>
        <pc:spChg chg="mod">
          <ac:chgData name="김태영" userId="8443cd8f-b258-4c7c-bbdd-a870d3924868" providerId="ADAL" clId="{2B30183B-72AA-49C3-8324-98AE78112B80}" dt="2021-11-15T14:54:00.016" v="10166" actId="20577"/>
          <ac:spMkLst>
            <pc:docMk/>
            <pc:sldMk cId="3421980833" sldId="324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4:56:07.049" v="10189" actId="20577"/>
          <ac:spMkLst>
            <pc:docMk/>
            <pc:sldMk cId="3421980833" sldId="324"/>
            <ac:spMk id="12" creationId="{5C088F7D-5074-43A3-9683-26FA5B15984E}"/>
          </ac:spMkLst>
        </pc:spChg>
        <pc:picChg chg="add mod">
          <ac:chgData name="김태영" userId="8443cd8f-b258-4c7c-bbdd-a870d3924868" providerId="ADAL" clId="{2B30183B-72AA-49C3-8324-98AE78112B80}" dt="2021-11-15T13:15:50.725" v="9458" actId="1076"/>
          <ac:picMkLst>
            <pc:docMk/>
            <pc:sldMk cId="3421980833" sldId="324"/>
            <ac:picMk id="7" creationId="{5ED5FEE4-5B34-43B4-89C7-9C6EAD5C0018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4:04.769" v="10169" actId="20577"/>
        <pc:sldMkLst>
          <pc:docMk/>
          <pc:sldMk cId="3280456474" sldId="325"/>
        </pc:sldMkLst>
        <pc:spChg chg="mod">
          <ac:chgData name="김태영" userId="8443cd8f-b258-4c7c-bbdd-a870d3924868" providerId="ADAL" clId="{2B30183B-72AA-49C3-8324-98AE78112B80}" dt="2021-11-15T14:54:04.769" v="10169" actId="20577"/>
          <ac:spMkLst>
            <pc:docMk/>
            <pc:sldMk cId="3280456474" sldId="325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3:44:38.189" v="10017"/>
          <ac:spMkLst>
            <pc:docMk/>
            <pc:sldMk cId="3280456474" sldId="325"/>
            <ac:spMk id="12" creationId="{5C088F7D-5074-43A3-9683-26FA5B15984E}"/>
          </ac:spMkLst>
        </pc:spChg>
        <pc:spChg chg="add mod">
          <ac:chgData name="김태영" userId="8443cd8f-b258-4c7c-bbdd-a870d3924868" providerId="ADAL" clId="{2B30183B-72AA-49C3-8324-98AE78112B80}" dt="2021-11-15T13:37:08.223" v="9999" actId="14100"/>
          <ac:spMkLst>
            <pc:docMk/>
            <pc:sldMk cId="3280456474" sldId="325"/>
            <ac:spMk id="14" creationId="{D0A7630E-9A56-4A8E-9255-7ED9075C9B87}"/>
          </ac:spMkLst>
        </pc:spChg>
        <pc:spChg chg="add mod">
          <ac:chgData name="김태영" userId="8443cd8f-b258-4c7c-bbdd-a870d3924868" providerId="ADAL" clId="{2B30183B-72AA-49C3-8324-98AE78112B80}" dt="2021-11-15T13:45:14.684" v="10130" actId="1076"/>
          <ac:spMkLst>
            <pc:docMk/>
            <pc:sldMk cId="3280456474" sldId="325"/>
            <ac:spMk id="16" creationId="{B6BD8E33-6F47-4E8C-88B6-3DD153C162E1}"/>
          </ac:spMkLst>
        </pc:spChg>
        <pc:picChg chg="add mod">
          <ac:chgData name="김태영" userId="8443cd8f-b258-4c7c-bbdd-a870d3924868" providerId="ADAL" clId="{2B30183B-72AA-49C3-8324-98AE78112B80}" dt="2021-11-15T13:37:00.279" v="9997" actId="1076"/>
          <ac:picMkLst>
            <pc:docMk/>
            <pc:sldMk cId="3280456474" sldId="325"/>
            <ac:picMk id="4" creationId="{5778675B-F90E-4672-8798-82AD24D96ED7}"/>
          </ac:picMkLst>
        </pc:picChg>
        <pc:picChg chg="del">
          <ac:chgData name="김태영" userId="8443cd8f-b258-4c7c-bbdd-a870d3924868" providerId="ADAL" clId="{2B30183B-72AA-49C3-8324-98AE78112B80}" dt="2021-11-15T13:17:26.936" v="9624" actId="478"/>
          <ac:picMkLst>
            <pc:docMk/>
            <pc:sldMk cId="3280456474" sldId="325"/>
            <ac:picMk id="7" creationId="{5ED5FEE4-5B34-43B4-89C7-9C6EAD5C0018}"/>
          </ac:picMkLst>
        </pc:picChg>
        <pc:picChg chg="add mod">
          <ac:chgData name="김태영" userId="8443cd8f-b258-4c7c-bbdd-a870d3924868" providerId="ADAL" clId="{2B30183B-72AA-49C3-8324-98AE78112B80}" dt="2021-11-15T13:36:12.197" v="9983" actId="1076"/>
          <ac:picMkLst>
            <pc:docMk/>
            <pc:sldMk cId="3280456474" sldId="325"/>
            <ac:picMk id="9" creationId="{3C984A42-1142-43E7-B2E6-6CF102B61DA3}"/>
          </ac:picMkLst>
        </pc:picChg>
      </pc:sldChg>
      <pc:sldChg chg="add del">
        <pc:chgData name="김태영" userId="8443cd8f-b258-4c7c-bbdd-a870d3924868" providerId="ADAL" clId="{2B30183B-72AA-49C3-8324-98AE78112B80}" dt="2021-11-15T15:48:12.128" v="11607" actId="47"/>
        <pc:sldMkLst>
          <pc:docMk/>
          <pc:sldMk cId="1349405022" sldId="326"/>
        </pc:sldMkLst>
      </pc:sldChg>
      <pc:sldChg chg="addSp delSp modSp add mod modNotesTx">
        <pc:chgData name="김태영" userId="8443cd8f-b258-4c7c-bbdd-a870d3924868" providerId="ADAL" clId="{2B30183B-72AA-49C3-8324-98AE78112B80}" dt="2021-11-15T15:57:20.325" v="11902" actId="1076"/>
        <pc:sldMkLst>
          <pc:docMk/>
          <pc:sldMk cId="4097094211" sldId="327"/>
        </pc:sldMkLst>
        <pc:spChg chg="del">
          <ac:chgData name="김태영" userId="8443cd8f-b258-4c7c-bbdd-a870d3924868" providerId="ADAL" clId="{2B30183B-72AA-49C3-8324-98AE78112B80}" dt="2021-11-15T15:37:16.489" v="10948" actId="478"/>
          <ac:spMkLst>
            <pc:docMk/>
            <pc:sldMk cId="4097094211" sldId="327"/>
            <ac:spMk id="9" creationId="{D9A9BD9A-B8E3-4648-A02A-06803309EC32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2" creationId="{1EBE8CF2-6D19-412C-8394-F4051EF9AEC0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3" creationId="{57ED738C-A08E-4513-B256-A16473D7B2E6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4" creationId="{C1E799EA-9668-44A4-8CD7-D91F07E59A24}"/>
          </ac:spMkLst>
        </pc:spChg>
        <pc:spChg chg="add 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5" creationId="{6BBA810D-D886-4F32-9D6D-C9EBADBA99F4}"/>
          </ac:spMkLst>
        </pc:spChg>
        <pc:spChg chg="add mod">
          <ac:chgData name="김태영" userId="8443cd8f-b258-4c7c-bbdd-a870d3924868" providerId="ADAL" clId="{2B30183B-72AA-49C3-8324-98AE78112B80}" dt="2021-11-15T15:40:09.664" v="11148" actId="571"/>
          <ac:spMkLst>
            <pc:docMk/>
            <pc:sldMk cId="4097094211" sldId="327"/>
            <ac:spMk id="18" creationId="{6386329C-C112-4FA8-9B9F-53562144F37B}"/>
          </ac:spMkLst>
        </pc:spChg>
        <pc:spChg chg="add del mod">
          <ac:chgData name="김태영" userId="8443cd8f-b258-4c7c-bbdd-a870d3924868" providerId="ADAL" clId="{2B30183B-72AA-49C3-8324-98AE78112B80}" dt="2021-11-15T15:40:09.241" v="11147"/>
          <ac:spMkLst>
            <pc:docMk/>
            <pc:sldMk cId="4097094211" sldId="327"/>
            <ac:spMk id="19" creationId="{7DAD48FD-9EEB-4B08-B85F-430165EC7E38}"/>
          </ac:spMkLst>
        </pc:spChg>
        <pc:spChg chg="add mod">
          <ac:chgData name="김태영" userId="8443cd8f-b258-4c7c-bbdd-a870d3924868" providerId="ADAL" clId="{2B30183B-72AA-49C3-8324-98AE78112B80}" dt="2021-11-15T15:53:35.506" v="11815" actId="1076"/>
          <ac:spMkLst>
            <pc:docMk/>
            <pc:sldMk cId="4097094211" sldId="327"/>
            <ac:spMk id="20" creationId="{EC9B15B2-3C81-4C39-8CB7-E66A2ED94615}"/>
          </ac:spMkLst>
        </pc:spChg>
        <pc:spChg chg="add mod">
          <ac:chgData name="김태영" userId="8443cd8f-b258-4c7c-bbdd-a870d3924868" providerId="ADAL" clId="{2B30183B-72AA-49C3-8324-98AE78112B80}" dt="2021-11-15T15:57:18.452" v="11901" actId="1076"/>
          <ac:spMkLst>
            <pc:docMk/>
            <pc:sldMk cId="4097094211" sldId="327"/>
            <ac:spMk id="21" creationId="{E729F94F-A5B1-4EA4-99C4-5BA10DC5E9E9}"/>
          </ac:spMkLst>
        </pc:spChg>
        <pc:spChg chg="add mod">
          <ac:chgData name="김태영" userId="8443cd8f-b258-4c7c-bbdd-a870d3924868" providerId="ADAL" clId="{2B30183B-72AA-49C3-8324-98AE78112B80}" dt="2021-11-15T15:57:20.325" v="11902" actId="1076"/>
          <ac:spMkLst>
            <pc:docMk/>
            <pc:sldMk cId="4097094211" sldId="327"/>
            <ac:spMk id="22" creationId="{1FA09C4C-15A1-4603-8625-A5CC2279D05A}"/>
          </ac:spMkLst>
        </pc:spChg>
        <pc:cxnChg chg="add mod">
          <ac:chgData name="김태영" userId="8443cd8f-b258-4c7c-bbdd-a870d3924868" providerId="ADAL" clId="{2B30183B-72AA-49C3-8324-98AE78112B80}" dt="2021-11-15T15:47:49.305" v="11602" actId="1036"/>
          <ac:cxnSpMkLst>
            <pc:docMk/>
            <pc:sldMk cId="4097094211" sldId="327"/>
            <ac:cxnSpMk id="3" creationId="{40239FE6-9129-45B4-BCB3-65491A44635C}"/>
          </ac:cxnSpMkLst>
        </pc:cxnChg>
        <pc:cxnChg chg="del mod">
          <ac:chgData name="김태영" userId="8443cd8f-b258-4c7c-bbdd-a870d3924868" providerId="ADAL" clId="{2B30183B-72AA-49C3-8324-98AE78112B80}" dt="2021-11-15T15:37:14.461" v="10947" actId="478"/>
          <ac:cxnSpMkLst>
            <pc:docMk/>
            <pc:sldMk cId="4097094211" sldId="327"/>
            <ac:cxnSpMk id="17" creationId="{ECBAB86D-3B78-4693-B3FA-E50D45597410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6:10:05.758" v="12377" actId="1076"/>
        <pc:sldMkLst>
          <pc:docMk/>
          <pc:sldMk cId="1202824093" sldId="328"/>
        </pc:sldMkLst>
        <pc:spChg chg="add mod">
          <ac:chgData name="김태영" userId="8443cd8f-b258-4c7c-bbdd-a870d3924868" providerId="ADAL" clId="{2B30183B-72AA-49C3-8324-98AE78112B80}" dt="2021-11-15T16:04:37.902" v="12048" actId="1076"/>
          <ac:spMkLst>
            <pc:docMk/>
            <pc:sldMk cId="1202824093" sldId="328"/>
            <ac:spMk id="2" creationId="{8F7052E9-AFEA-4D45-953E-7E1D722F5226}"/>
          </ac:spMkLst>
        </pc:spChg>
        <pc:spChg chg="mod">
          <ac:chgData name="김태영" userId="8443cd8f-b258-4c7c-bbdd-a870d3924868" providerId="ADAL" clId="{2B30183B-72AA-49C3-8324-98AE78112B80}" dt="2021-11-15T15:58:32.511" v="11905" actId="20577"/>
          <ac:spMkLst>
            <pc:docMk/>
            <pc:sldMk cId="1202824093" sldId="328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5:58:36.178" v="11919" actId="20577"/>
          <ac:spMkLst>
            <pc:docMk/>
            <pc:sldMk cId="1202824093" sldId="328"/>
            <ac:spMk id="5" creationId="{26EAEEBF-5BDB-4608-AAFA-A699C7F4D6A6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6:10:05.758" v="12377" actId="1076"/>
          <ac:spMkLst>
            <pc:docMk/>
            <pc:sldMk cId="1202824093" sldId="328"/>
            <ac:spMk id="12" creationId="{5C088F7D-5074-43A3-9683-26FA5B15984E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4" creationId="{D0A7630E-9A56-4A8E-9255-7ED9075C9B87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6" creationId="{B6BD8E33-6F47-4E8C-88B6-3DD153C162E1}"/>
          </ac:spMkLst>
        </pc:spChg>
        <pc:picChg chg="del">
          <ac:chgData name="김태영" userId="8443cd8f-b258-4c7c-bbdd-a870d3924868" providerId="ADAL" clId="{2B30183B-72AA-49C3-8324-98AE78112B80}" dt="2021-11-15T15:58:48.744" v="11921" actId="478"/>
          <ac:picMkLst>
            <pc:docMk/>
            <pc:sldMk cId="1202824093" sldId="328"/>
            <ac:picMk id="4" creationId="{5778675B-F90E-4672-8798-82AD24D96ED7}"/>
          </ac:picMkLst>
        </pc:picChg>
        <pc:picChg chg="del">
          <ac:chgData name="김태영" userId="8443cd8f-b258-4c7c-bbdd-a870d3924868" providerId="ADAL" clId="{2B30183B-72AA-49C3-8324-98AE78112B80}" dt="2021-11-15T15:58:48.744" v="11921" actId="478"/>
          <ac:picMkLst>
            <pc:docMk/>
            <pc:sldMk cId="1202824093" sldId="328"/>
            <ac:picMk id="9" creationId="{3C984A42-1142-43E7-B2E6-6CF102B61DA3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6:39:00.846" v="13253" actId="20577"/>
        <pc:sldMkLst>
          <pc:docMk/>
          <pc:sldMk cId="1760318954" sldId="329"/>
        </pc:sldMkLst>
        <pc:spChg chg="mod">
          <ac:chgData name="김태영" userId="8443cd8f-b258-4c7c-bbdd-a870d3924868" providerId="ADAL" clId="{2B30183B-72AA-49C3-8324-98AE78112B80}" dt="2021-11-15T16:00:01.503" v="11976" actId="20577"/>
          <ac:spMkLst>
            <pc:docMk/>
            <pc:sldMk cId="1760318954" sldId="329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5:59:00.245" v="11945" actId="20577"/>
          <ac:spMkLst>
            <pc:docMk/>
            <pc:sldMk cId="1760318954" sldId="329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0" creationId="{F556289A-0F14-459E-B33C-4C9E4B7B6CFC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1" creationId="{A842A97A-7555-4726-BE26-F7E2E8ED2654}"/>
          </ac:spMkLst>
        </pc:spChg>
        <pc:spChg chg="mod">
          <ac:chgData name="김태영" userId="8443cd8f-b258-4c7c-bbdd-a870d3924868" providerId="ADAL" clId="{2B30183B-72AA-49C3-8324-98AE78112B80}" dt="2021-11-15T16:39:00.846" v="13253" actId="20577"/>
          <ac:spMkLst>
            <pc:docMk/>
            <pc:sldMk cId="1760318954" sldId="329"/>
            <ac:spMk id="12" creationId="{5C088F7D-5074-43A3-9683-26FA5B15984E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3" creationId="{F58D0B66-8210-4A9F-A759-EDE63767B26B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6" creationId="{EE9545A2-51C1-4ED0-87B1-514C1597BFFA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9" creationId="{EE8F2F21-0589-4A1B-9E84-B5B30572711B}"/>
          </ac:spMkLst>
        </pc:spChg>
        <pc:spChg chg="add del mod">
          <ac:chgData name="김태영" userId="8443cd8f-b258-4c7c-bbdd-a870d3924868" providerId="ADAL" clId="{2B30183B-72AA-49C3-8324-98AE78112B80}" dt="2021-11-15T16:36:30.232" v="13102"/>
          <ac:spMkLst>
            <pc:docMk/>
            <pc:sldMk cId="1760318954" sldId="329"/>
            <ac:spMk id="20" creationId="{9E6315DC-EC21-4650-B07C-53CD84F5091B}"/>
          </ac:spMkLst>
        </pc:spChg>
        <pc:grpChg chg="add mod">
          <ac:chgData name="김태영" userId="8443cd8f-b258-4c7c-bbdd-a870d3924868" providerId="ADAL" clId="{2B30183B-72AA-49C3-8324-98AE78112B80}" dt="2021-11-15T16:37:27.307" v="13127" actId="1076"/>
          <ac:grpSpMkLst>
            <pc:docMk/>
            <pc:sldMk cId="1760318954" sldId="329"/>
            <ac:grpSpMk id="14" creationId="{93F987C3-F38E-40C5-88EB-E31B46E8762E}"/>
          </ac:grpSpMkLst>
        </pc:grpChg>
        <pc:picChg chg="add del mod">
          <ac:chgData name="김태영" userId="8443cd8f-b258-4c7c-bbdd-a870d3924868" providerId="ADAL" clId="{2B30183B-72AA-49C3-8324-98AE78112B80}" dt="2021-11-15T16:36:00.396" v="13092" actId="478"/>
          <ac:picMkLst>
            <pc:docMk/>
            <pc:sldMk cId="1760318954" sldId="329"/>
            <ac:picMk id="9" creationId="{308B980A-FA2C-4A15-B3F4-5E350B8C7FF5}"/>
          </ac:picMkLst>
        </pc:picChg>
        <pc:picChg chg="add mod">
          <ac:chgData name="김태영" userId="8443cd8f-b258-4c7c-bbdd-a870d3924868" providerId="ADAL" clId="{2B30183B-72AA-49C3-8324-98AE78112B80}" dt="2021-11-15T16:26:30.385" v="12713" actId="1076"/>
          <ac:picMkLst>
            <pc:docMk/>
            <pc:sldMk cId="1760318954" sldId="329"/>
            <ac:picMk id="2050" creationId="{343604AD-3082-4869-B064-C8BF7E79B72B}"/>
          </ac:picMkLst>
        </pc:picChg>
        <pc:picChg chg="add mod">
          <ac:chgData name="김태영" userId="8443cd8f-b258-4c7c-bbdd-a870d3924868" providerId="ADAL" clId="{2B30183B-72AA-49C3-8324-98AE78112B80}" dt="2021-11-15T16:26:46.753" v="12721" actId="1076"/>
          <ac:picMkLst>
            <pc:docMk/>
            <pc:sldMk cId="1760318954" sldId="329"/>
            <ac:picMk id="2052" creationId="{A38324FB-15DB-42F6-9A4E-C1EAC4E25A4F}"/>
          </ac:picMkLst>
        </pc:picChg>
        <pc:picChg chg="add mod">
          <ac:chgData name="김태영" userId="8443cd8f-b258-4c7c-bbdd-a870d3924868" providerId="ADAL" clId="{2B30183B-72AA-49C3-8324-98AE78112B80}" dt="2021-11-15T16:26:39.556" v="12718" actId="1076"/>
          <ac:picMkLst>
            <pc:docMk/>
            <pc:sldMk cId="1760318954" sldId="329"/>
            <ac:picMk id="2054" creationId="{AEA116AA-E834-45BE-90FB-942466F33EBD}"/>
          </ac:picMkLst>
        </pc:picChg>
        <pc:cxnChg chg="add mod">
          <ac:chgData name="김태영" userId="8443cd8f-b258-4c7c-bbdd-a870d3924868" providerId="ADAL" clId="{2B30183B-72AA-49C3-8324-98AE78112B80}" dt="2021-11-15T16:37:24.997" v="13126" actId="164"/>
          <ac:cxnSpMkLst>
            <pc:docMk/>
            <pc:sldMk cId="1760318954" sldId="329"/>
            <ac:cxnSpMk id="7" creationId="{962A06BF-188A-4AF7-BEF2-6147C90A2896}"/>
          </ac:cxnSpMkLst>
        </pc:cxnChg>
      </pc:sldChg>
      <pc:sldChg chg="delSp modSp add mod">
        <pc:chgData name="김태영" userId="8443cd8f-b258-4c7c-bbdd-a870d3924868" providerId="ADAL" clId="{2B30183B-72AA-49C3-8324-98AE78112B80}" dt="2021-11-15T15:59:51.417" v="11974" actId="1076"/>
        <pc:sldMkLst>
          <pc:docMk/>
          <pc:sldMk cId="343920036" sldId="330"/>
        </pc:sldMkLst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3" creationId="{9AC5D99C-747A-4109-9928-21CBA3C4471D}"/>
          </ac:spMkLst>
        </pc:spChg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5" creationId="{26EAEEBF-5BDB-4608-AAFA-A699C7F4D6A6}"/>
          </ac:spMkLst>
        </pc:spChg>
        <pc:spChg chg="mod">
          <ac:chgData name="김태영" userId="8443cd8f-b258-4c7c-bbdd-a870d3924868" providerId="ADAL" clId="{2B30183B-72AA-49C3-8324-98AE78112B80}" dt="2021-11-15T15:59:51.417" v="11974" actId="1076"/>
          <ac:spMkLst>
            <pc:docMk/>
            <pc:sldMk cId="343920036" sldId="330"/>
            <ac:spMk id="12" creationId="{5C088F7D-5074-43A3-9683-26FA5B15984E}"/>
          </ac:spMkLst>
        </pc:spChg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41" creationId="{4FD2D8B8-D718-4F6F-A048-D81FF4BE3DA0}"/>
          </ac:spMkLst>
        </pc:spChg>
        <pc:cxnChg chg="del">
          <ac:chgData name="김태영" userId="8443cd8f-b258-4c7c-bbdd-a870d3924868" providerId="ADAL" clId="{2B30183B-72AA-49C3-8324-98AE78112B80}" dt="2021-11-15T15:59:22.469" v="11949" actId="478"/>
          <ac:cxnSpMkLst>
            <pc:docMk/>
            <pc:sldMk cId="343920036" sldId="330"/>
            <ac:cxnSpMk id="6" creationId="{DF56F183-9B09-48BA-BF2F-14C52941FBDC}"/>
          </ac:cxnSpMkLst>
        </pc:cxnChg>
      </pc:sldChg>
      <pc:sldChg chg="add del">
        <pc:chgData name="김태영" userId="8443cd8f-b258-4c7c-bbdd-a870d3924868" providerId="ADAL" clId="{2B30183B-72AA-49C3-8324-98AE78112B80}" dt="2021-11-15T15:59:15.888" v="11947" actId="47"/>
        <pc:sldMkLst>
          <pc:docMk/>
          <pc:sldMk cId="1582667425" sldId="330"/>
        </pc:sldMkLst>
      </pc:sldChg>
    </pc:docChg>
  </pc:docChgLst>
  <pc:docChgLst>
    <pc:chgData name="김태영" userId="8443cd8f-b258-4c7c-bbdd-a870d3924868" providerId="ADAL" clId="{94B1DE1B-C758-4A2E-86B7-661602A6B188}"/>
    <pc:docChg chg="undo custSel addSld modSld">
      <pc:chgData name="김태영" userId="8443cd8f-b258-4c7c-bbdd-a870d3924868" providerId="ADAL" clId="{94B1DE1B-C758-4A2E-86B7-661602A6B188}" dt="2023-09-20T01:27:34.955" v="1199" actId="20577"/>
      <pc:docMkLst>
        <pc:docMk/>
      </pc:docMkLst>
      <pc:sldChg chg="addSp delSp modSp mod">
        <pc:chgData name="김태영" userId="8443cd8f-b258-4c7c-bbdd-a870d3924868" providerId="ADAL" clId="{94B1DE1B-C758-4A2E-86B7-661602A6B188}" dt="2023-09-20T01:19:35.921" v="577" actId="1076"/>
        <pc:sldMkLst>
          <pc:docMk/>
          <pc:sldMk cId="3457167902" sldId="312"/>
        </pc:sldMkLst>
        <pc:spChg chg="mod">
          <ac:chgData name="김태영" userId="8443cd8f-b258-4c7c-bbdd-a870d3924868" providerId="ADAL" clId="{94B1DE1B-C758-4A2E-86B7-661602A6B188}" dt="2023-09-20T01:19:08.102" v="564" actId="20577"/>
          <ac:spMkLst>
            <pc:docMk/>
            <pc:sldMk cId="3457167902" sldId="312"/>
            <ac:spMk id="3" creationId="{7AF2682B-9D3A-04E2-A34C-9196EC9F7072}"/>
          </ac:spMkLst>
        </pc:spChg>
        <pc:spChg chg="mod">
          <ac:chgData name="김태영" userId="8443cd8f-b258-4c7c-bbdd-a870d3924868" providerId="ADAL" clId="{94B1DE1B-C758-4A2E-86B7-661602A6B188}" dt="2023-09-20T01:19:35.921" v="577" actId="1076"/>
          <ac:spMkLst>
            <pc:docMk/>
            <pc:sldMk cId="3457167902" sldId="312"/>
            <ac:spMk id="5" creationId="{E14B612D-32B7-D968-D57A-C6AB53F099EF}"/>
          </ac:spMkLst>
        </pc:spChg>
        <pc:spChg chg="del">
          <ac:chgData name="김태영" userId="8443cd8f-b258-4c7c-bbdd-a870d3924868" providerId="ADAL" clId="{94B1DE1B-C758-4A2E-86B7-661602A6B188}" dt="2023-09-20T01:19:27.866" v="573" actId="478"/>
          <ac:spMkLst>
            <pc:docMk/>
            <pc:sldMk cId="3457167902" sldId="312"/>
            <ac:spMk id="6" creationId="{9DFA0929-B9B2-5D4E-0B65-71138B48E1D0}"/>
          </ac:spMkLst>
        </pc:spChg>
        <pc:spChg chg="del">
          <ac:chgData name="김태영" userId="8443cd8f-b258-4c7c-bbdd-a870d3924868" providerId="ADAL" clId="{94B1DE1B-C758-4A2E-86B7-661602A6B188}" dt="2023-09-20T01:19:27.866" v="573" actId="478"/>
          <ac:spMkLst>
            <pc:docMk/>
            <pc:sldMk cId="3457167902" sldId="312"/>
            <ac:spMk id="7" creationId="{7A9AA6C7-68E4-C840-7A55-724FD66A4725}"/>
          </ac:spMkLst>
        </pc:spChg>
        <pc:spChg chg="del">
          <ac:chgData name="김태영" userId="8443cd8f-b258-4c7c-bbdd-a870d3924868" providerId="ADAL" clId="{94B1DE1B-C758-4A2E-86B7-661602A6B188}" dt="2023-09-20T01:19:27.866" v="573" actId="478"/>
          <ac:spMkLst>
            <pc:docMk/>
            <pc:sldMk cId="3457167902" sldId="312"/>
            <ac:spMk id="8" creationId="{793D8B87-DB20-225A-1ED0-3742E0CADED9}"/>
          </ac:spMkLst>
        </pc:spChg>
        <pc:graphicFrameChg chg="add del modGraphic">
          <ac:chgData name="김태영" userId="8443cd8f-b258-4c7c-bbdd-a870d3924868" providerId="ADAL" clId="{94B1DE1B-C758-4A2E-86B7-661602A6B188}" dt="2023-09-20T01:19:20.600" v="572" actId="27309"/>
          <ac:graphicFrameMkLst>
            <pc:docMk/>
            <pc:sldMk cId="3457167902" sldId="312"/>
            <ac:graphicFrameMk id="11" creationId="{85BDE440-9217-CB35-D6A1-7420815D2678}"/>
          </ac:graphicFrameMkLst>
        </pc:graphicFrameChg>
      </pc:sldChg>
      <pc:sldChg chg="modSp mod">
        <pc:chgData name="김태영" userId="8443cd8f-b258-4c7c-bbdd-a870d3924868" providerId="ADAL" clId="{94B1DE1B-C758-4A2E-86B7-661602A6B188}" dt="2023-09-20T01:27:34.955" v="1199" actId="20577"/>
        <pc:sldMkLst>
          <pc:docMk/>
          <pc:sldMk cId="28078923" sldId="313"/>
        </pc:sldMkLst>
        <pc:spChg chg="mod">
          <ac:chgData name="김태영" userId="8443cd8f-b258-4c7c-bbdd-a870d3924868" providerId="ADAL" clId="{94B1DE1B-C758-4A2E-86B7-661602A6B188}" dt="2023-09-20T01:27:34.955" v="1199" actId="20577"/>
          <ac:spMkLst>
            <pc:docMk/>
            <pc:sldMk cId="28078923" sldId="313"/>
            <ac:spMk id="5" creationId="{3F8DB674-F2D8-CC2B-8C01-B6C7C5740FA3}"/>
          </ac:spMkLst>
        </pc:spChg>
      </pc:sldChg>
      <pc:sldChg chg="addSp delSp modSp add mod">
        <pc:chgData name="김태영" userId="8443cd8f-b258-4c7c-bbdd-a870d3924868" providerId="ADAL" clId="{94B1DE1B-C758-4A2E-86B7-661602A6B188}" dt="2023-09-20T01:27:15.323" v="1163" actId="2710"/>
        <pc:sldMkLst>
          <pc:docMk/>
          <pc:sldMk cId="801518239" sldId="314"/>
        </pc:sldMkLst>
        <pc:spChg chg="mod">
          <ac:chgData name="김태영" userId="8443cd8f-b258-4c7c-bbdd-a870d3924868" providerId="ADAL" clId="{94B1DE1B-C758-4A2E-86B7-661602A6B188}" dt="2023-09-20T01:19:13.384" v="569" actId="20577"/>
          <ac:spMkLst>
            <pc:docMk/>
            <pc:sldMk cId="801518239" sldId="314"/>
            <ac:spMk id="3" creationId="{7AF2682B-9D3A-04E2-A34C-9196EC9F7072}"/>
          </ac:spMkLst>
        </pc:spChg>
        <pc:spChg chg="del">
          <ac:chgData name="김태영" userId="8443cd8f-b258-4c7c-bbdd-a870d3924868" providerId="ADAL" clId="{94B1DE1B-C758-4A2E-86B7-661602A6B188}" dt="2023-09-20T01:19:39.546" v="578" actId="478"/>
          <ac:spMkLst>
            <pc:docMk/>
            <pc:sldMk cId="801518239" sldId="314"/>
            <ac:spMk id="5" creationId="{E14B612D-32B7-D968-D57A-C6AB53F099EF}"/>
          </ac:spMkLst>
        </pc:spChg>
        <pc:spChg chg="del mod">
          <ac:chgData name="김태영" userId="8443cd8f-b258-4c7c-bbdd-a870d3924868" providerId="ADAL" clId="{94B1DE1B-C758-4A2E-86B7-661602A6B188}" dt="2023-09-20T01:20:08.916" v="595"/>
          <ac:spMkLst>
            <pc:docMk/>
            <pc:sldMk cId="801518239" sldId="314"/>
            <ac:spMk id="6" creationId="{9DFA0929-B9B2-5D4E-0B65-71138B48E1D0}"/>
          </ac:spMkLst>
        </pc:spChg>
        <pc:spChg chg="del mod">
          <ac:chgData name="김태영" userId="8443cd8f-b258-4c7c-bbdd-a870d3924868" providerId="ADAL" clId="{94B1DE1B-C758-4A2E-86B7-661602A6B188}" dt="2023-09-20T01:20:08.918" v="597"/>
          <ac:spMkLst>
            <pc:docMk/>
            <pc:sldMk cId="801518239" sldId="314"/>
            <ac:spMk id="7" creationId="{7A9AA6C7-68E4-C840-7A55-724FD66A4725}"/>
          </ac:spMkLst>
        </pc:spChg>
        <pc:spChg chg="del mod">
          <ac:chgData name="김태영" userId="8443cd8f-b258-4c7c-bbdd-a870d3924868" providerId="ADAL" clId="{94B1DE1B-C758-4A2E-86B7-661602A6B188}" dt="2023-09-20T01:20:08.891" v="593" actId="478"/>
          <ac:spMkLst>
            <pc:docMk/>
            <pc:sldMk cId="801518239" sldId="314"/>
            <ac:spMk id="8" creationId="{793D8B87-DB20-225A-1ED0-3742E0CADED9}"/>
          </ac:spMkLst>
        </pc:spChg>
        <pc:spChg chg="add mod">
          <ac:chgData name="김태영" userId="8443cd8f-b258-4c7c-bbdd-a870d3924868" providerId="ADAL" clId="{94B1DE1B-C758-4A2E-86B7-661602A6B188}" dt="2023-09-20T01:27:15.323" v="1163" actId="2710"/>
          <ac:spMkLst>
            <pc:docMk/>
            <pc:sldMk cId="801518239" sldId="314"/>
            <ac:spMk id="9" creationId="{A072240E-3DDC-0582-E92F-EDA11DE66B49}"/>
          </ac:spMkLst>
        </pc:spChg>
        <pc:picChg chg="mod">
          <ac:chgData name="김태영" userId="8443cd8f-b258-4c7c-bbdd-a870d3924868" providerId="ADAL" clId="{94B1DE1B-C758-4A2E-86B7-661602A6B188}" dt="2023-09-20T01:26:55.247" v="1100" actId="1076"/>
          <ac:picMkLst>
            <pc:docMk/>
            <pc:sldMk cId="801518239" sldId="314"/>
            <ac:picMk id="10" creationId="{FCD45EA7-B027-DCBD-2DF7-0DAC197C71F3}"/>
          </ac:picMkLst>
        </pc:picChg>
      </pc:sldChg>
    </pc:docChg>
  </pc:docChgLst>
  <pc:docChgLst>
    <pc:chgData name="김태영" userId="8443cd8f-b258-4c7c-bbdd-a870d3924868" providerId="ADAL" clId="{C81FC628-20C7-41E7-91DB-1CACE52F86DA}"/>
    <pc:docChg chg="undo custSel addSld delSld modSld sldOrd">
      <pc:chgData name="김태영" userId="8443cd8f-b258-4c7c-bbdd-a870d3924868" providerId="ADAL" clId="{C81FC628-20C7-41E7-91DB-1CACE52F86DA}" dt="2021-11-16T06:14:41.775" v="1067" actId="20577"/>
      <pc:docMkLst>
        <pc:docMk/>
      </pc:docMkLst>
      <pc:sldChg chg="del">
        <pc:chgData name="김태영" userId="8443cd8f-b258-4c7c-bbdd-a870d3924868" providerId="ADAL" clId="{C81FC628-20C7-41E7-91DB-1CACE52F86DA}" dt="2021-11-09T07:29:56.845" v="26" actId="47"/>
        <pc:sldMkLst>
          <pc:docMk/>
          <pc:sldMk cId="1871002895" sldId="256"/>
        </pc:sldMkLst>
      </pc:sldChg>
      <pc:sldChg chg="del">
        <pc:chgData name="김태영" userId="8443cd8f-b258-4c7c-bbdd-a870d3924868" providerId="ADAL" clId="{C81FC628-20C7-41E7-91DB-1CACE52F86DA}" dt="2021-11-09T07:29:56.052" v="23" actId="47"/>
        <pc:sldMkLst>
          <pc:docMk/>
          <pc:sldMk cId="1678087176" sldId="257"/>
        </pc:sldMkLst>
      </pc:sldChg>
      <pc:sldChg chg="del">
        <pc:chgData name="김태영" userId="8443cd8f-b258-4c7c-bbdd-a870d3924868" providerId="ADAL" clId="{C81FC628-20C7-41E7-91DB-1CACE52F86DA}" dt="2021-11-09T07:29:58.246" v="31" actId="47"/>
        <pc:sldMkLst>
          <pc:docMk/>
          <pc:sldMk cId="1365609292" sldId="258"/>
        </pc:sldMkLst>
      </pc:sldChg>
      <pc:sldChg chg="del">
        <pc:chgData name="김태영" userId="8443cd8f-b258-4c7c-bbdd-a870d3924868" providerId="ADAL" clId="{C81FC628-20C7-41E7-91DB-1CACE52F86DA}" dt="2021-11-09T07:30:00.522" v="33" actId="47"/>
        <pc:sldMkLst>
          <pc:docMk/>
          <pc:sldMk cId="1732558233" sldId="259"/>
        </pc:sldMkLst>
      </pc:sldChg>
      <pc:sldChg chg="del">
        <pc:chgData name="김태영" userId="8443cd8f-b258-4c7c-bbdd-a870d3924868" providerId="ADAL" clId="{C81FC628-20C7-41E7-91DB-1CACE52F86DA}" dt="2021-11-09T07:29:55.842" v="22" actId="47"/>
        <pc:sldMkLst>
          <pc:docMk/>
          <pc:sldMk cId="3360225854" sldId="261"/>
        </pc:sldMkLst>
      </pc:sldChg>
      <pc:sldChg chg="del">
        <pc:chgData name="김태영" userId="8443cd8f-b258-4c7c-bbdd-a870d3924868" providerId="ADAL" clId="{C81FC628-20C7-41E7-91DB-1CACE52F86DA}" dt="2021-11-09T07:29:57.046" v="27" actId="47"/>
        <pc:sldMkLst>
          <pc:docMk/>
          <pc:sldMk cId="1085090973" sldId="263"/>
        </pc:sldMkLst>
      </pc:sldChg>
      <pc:sldChg chg="del">
        <pc:chgData name="김태영" userId="8443cd8f-b258-4c7c-bbdd-a870d3924868" providerId="ADAL" clId="{C81FC628-20C7-41E7-91DB-1CACE52F86DA}" dt="2021-11-09T07:29:57.755" v="30" actId="47"/>
        <pc:sldMkLst>
          <pc:docMk/>
          <pc:sldMk cId="4006778785" sldId="264"/>
        </pc:sldMkLst>
      </pc:sldChg>
      <pc:sldChg chg="del">
        <pc:chgData name="김태영" userId="8443cd8f-b258-4c7c-bbdd-a870d3924868" providerId="ADAL" clId="{C81FC628-20C7-41E7-91DB-1CACE52F86DA}" dt="2021-11-09T07:29:58.876" v="32" actId="47"/>
        <pc:sldMkLst>
          <pc:docMk/>
          <pc:sldMk cId="4024574671" sldId="266"/>
        </pc:sldMkLst>
      </pc:sldChg>
      <pc:sldChg chg="del">
        <pc:chgData name="김태영" userId="8443cd8f-b258-4c7c-bbdd-a870d3924868" providerId="ADAL" clId="{C81FC628-20C7-41E7-91DB-1CACE52F86DA}" dt="2021-11-09T07:29:56.395" v="24" actId="47"/>
        <pc:sldMkLst>
          <pc:docMk/>
          <pc:sldMk cId="2420423440" sldId="267"/>
        </pc:sldMkLst>
      </pc:sldChg>
      <pc:sldChg chg="del">
        <pc:chgData name="김태영" userId="8443cd8f-b258-4c7c-bbdd-a870d3924868" providerId="ADAL" clId="{C81FC628-20C7-41E7-91DB-1CACE52F86DA}" dt="2021-11-09T07:29:57.348" v="28" actId="47"/>
        <pc:sldMkLst>
          <pc:docMk/>
          <pc:sldMk cId="3171748733" sldId="268"/>
        </pc:sldMkLst>
      </pc:sldChg>
      <pc:sldChg chg="del">
        <pc:chgData name="김태영" userId="8443cd8f-b258-4c7c-bbdd-a870d3924868" providerId="ADAL" clId="{C81FC628-20C7-41E7-91DB-1CACE52F86DA}" dt="2021-11-09T07:29:57.610" v="29" actId="47"/>
        <pc:sldMkLst>
          <pc:docMk/>
          <pc:sldMk cId="3667771352" sldId="269"/>
        </pc:sldMkLst>
      </pc:sldChg>
      <pc:sldChg chg="del">
        <pc:chgData name="김태영" userId="8443cd8f-b258-4c7c-bbdd-a870d3924868" providerId="ADAL" clId="{C81FC628-20C7-41E7-91DB-1CACE52F86DA}" dt="2021-11-09T07:29:56.598" v="25" actId="47"/>
        <pc:sldMkLst>
          <pc:docMk/>
          <pc:sldMk cId="215976437" sldId="273"/>
        </pc:sldMkLst>
      </pc:sldChg>
      <pc:sldChg chg="del">
        <pc:chgData name="김태영" userId="8443cd8f-b258-4c7c-bbdd-a870d3924868" providerId="ADAL" clId="{C81FC628-20C7-41E7-91DB-1CACE52F86DA}" dt="2021-11-09T07:29:54.372" v="15" actId="47"/>
        <pc:sldMkLst>
          <pc:docMk/>
          <pc:sldMk cId="1373877919" sldId="274"/>
        </pc:sldMkLst>
      </pc:sldChg>
      <pc:sldChg chg="del">
        <pc:chgData name="김태영" userId="8443cd8f-b258-4c7c-bbdd-a870d3924868" providerId="ADAL" clId="{C81FC628-20C7-41E7-91DB-1CACE52F86DA}" dt="2021-11-09T07:29:51.938" v="2" actId="47"/>
        <pc:sldMkLst>
          <pc:docMk/>
          <pc:sldMk cId="1905737608" sldId="276"/>
        </pc:sldMkLst>
      </pc:sldChg>
      <pc:sldChg chg="del">
        <pc:chgData name="김태영" userId="8443cd8f-b258-4c7c-bbdd-a870d3924868" providerId="ADAL" clId="{C81FC628-20C7-41E7-91DB-1CACE52F86DA}" dt="2021-11-09T07:29:52.098" v="3" actId="47"/>
        <pc:sldMkLst>
          <pc:docMk/>
          <pc:sldMk cId="2813494908" sldId="277"/>
        </pc:sldMkLst>
      </pc:sldChg>
      <pc:sldChg chg="del">
        <pc:chgData name="김태영" userId="8443cd8f-b258-4c7c-bbdd-a870d3924868" providerId="ADAL" clId="{C81FC628-20C7-41E7-91DB-1CACE52F86DA}" dt="2021-11-09T07:29:52.261" v="4" actId="47"/>
        <pc:sldMkLst>
          <pc:docMk/>
          <pc:sldMk cId="3087930133" sldId="278"/>
        </pc:sldMkLst>
      </pc:sldChg>
      <pc:sldChg chg="del">
        <pc:chgData name="김태영" userId="8443cd8f-b258-4c7c-bbdd-a870d3924868" providerId="ADAL" clId="{C81FC628-20C7-41E7-91DB-1CACE52F86DA}" dt="2021-11-09T07:29:52.405" v="5" actId="47"/>
        <pc:sldMkLst>
          <pc:docMk/>
          <pc:sldMk cId="2842231967" sldId="279"/>
        </pc:sldMkLst>
      </pc:sldChg>
      <pc:sldChg chg="del">
        <pc:chgData name="김태영" userId="8443cd8f-b258-4c7c-bbdd-a870d3924868" providerId="ADAL" clId="{C81FC628-20C7-41E7-91DB-1CACE52F86DA}" dt="2021-11-09T07:29:54.683" v="17" actId="47"/>
        <pc:sldMkLst>
          <pc:docMk/>
          <pc:sldMk cId="2817131801" sldId="280"/>
        </pc:sldMkLst>
      </pc:sldChg>
      <pc:sldChg chg="del">
        <pc:chgData name="김태영" userId="8443cd8f-b258-4c7c-bbdd-a870d3924868" providerId="ADAL" clId="{C81FC628-20C7-41E7-91DB-1CACE52F86DA}" dt="2021-11-09T07:29:52.575" v="6" actId="47"/>
        <pc:sldMkLst>
          <pc:docMk/>
          <pc:sldMk cId="1120707945" sldId="281"/>
        </pc:sldMkLst>
      </pc:sldChg>
      <pc:sldChg chg="del">
        <pc:chgData name="김태영" userId="8443cd8f-b258-4c7c-bbdd-a870d3924868" providerId="ADAL" clId="{C81FC628-20C7-41E7-91DB-1CACE52F86DA}" dt="2021-11-09T07:29:52.901" v="7" actId="47"/>
        <pc:sldMkLst>
          <pc:docMk/>
          <pc:sldMk cId="3919417881" sldId="282"/>
        </pc:sldMkLst>
      </pc:sldChg>
      <pc:sldChg chg="del">
        <pc:chgData name="김태영" userId="8443cd8f-b258-4c7c-bbdd-a870d3924868" providerId="ADAL" clId="{C81FC628-20C7-41E7-91DB-1CACE52F86DA}" dt="2021-11-09T07:29:55.306" v="19" actId="47"/>
        <pc:sldMkLst>
          <pc:docMk/>
          <pc:sldMk cId="167478371" sldId="285"/>
        </pc:sldMkLst>
      </pc:sldChg>
      <pc:sldChg chg="del">
        <pc:chgData name="김태영" userId="8443cd8f-b258-4c7c-bbdd-a870d3924868" providerId="ADAL" clId="{C81FC628-20C7-41E7-91DB-1CACE52F86DA}" dt="2021-11-09T07:29:55.470" v="20" actId="47"/>
        <pc:sldMkLst>
          <pc:docMk/>
          <pc:sldMk cId="1052515785" sldId="286"/>
        </pc:sldMkLst>
      </pc:sldChg>
      <pc:sldChg chg="del">
        <pc:chgData name="김태영" userId="8443cd8f-b258-4c7c-bbdd-a870d3924868" providerId="ADAL" clId="{C81FC628-20C7-41E7-91DB-1CACE52F86DA}" dt="2021-11-09T07:29:55.620" v="21" actId="47"/>
        <pc:sldMkLst>
          <pc:docMk/>
          <pc:sldMk cId="1708850998" sldId="287"/>
        </pc:sldMkLst>
      </pc:sldChg>
      <pc:sldChg chg="del">
        <pc:chgData name="김태영" userId="8443cd8f-b258-4c7c-bbdd-a870d3924868" providerId="ADAL" clId="{C81FC628-20C7-41E7-91DB-1CACE52F86DA}" dt="2021-11-09T07:29:55.004" v="18" actId="47"/>
        <pc:sldMkLst>
          <pc:docMk/>
          <pc:sldMk cId="386372438" sldId="288"/>
        </pc:sldMkLst>
      </pc:sldChg>
      <pc:sldChg chg="del">
        <pc:chgData name="김태영" userId="8443cd8f-b258-4c7c-bbdd-a870d3924868" providerId="ADAL" clId="{C81FC628-20C7-41E7-91DB-1CACE52F86DA}" dt="2021-11-09T07:29:53.045" v="8" actId="47"/>
        <pc:sldMkLst>
          <pc:docMk/>
          <pc:sldMk cId="687479375" sldId="289"/>
        </pc:sldMkLst>
      </pc:sldChg>
      <pc:sldChg chg="del">
        <pc:chgData name="김태영" userId="8443cd8f-b258-4c7c-bbdd-a870d3924868" providerId="ADAL" clId="{C81FC628-20C7-41E7-91DB-1CACE52F86DA}" dt="2021-11-09T07:29:53.217" v="9" actId="47"/>
        <pc:sldMkLst>
          <pc:docMk/>
          <pc:sldMk cId="2388083860" sldId="290"/>
        </pc:sldMkLst>
      </pc:sldChg>
      <pc:sldChg chg="del">
        <pc:chgData name="김태영" userId="8443cd8f-b258-4c7c-bbdd-a870d3924868" providerId="ADAL" clId="{C81FC628-20C7-41E7-91DB-1CACE52F86DA}" dt="2021-11-09T07:29:54.196" v="14" actId="47"/>
        <pc:sldMkLst>
          <pc:docMk/>
          <pc:sldMk cId="1993463665" sldId="295"/>
        </pc:sldMkLst>
      </pc:sldChg>
      <pc:sldChg chg="del">
        <pc:chgData name="김태영" userId="8443cd8f-b258-4c7c-bbdd-a870d3924868" providerId="ADAL" clId="{C81FC628-20C7-41E7-91DB-1CACE52F86DA}" dt="2021-11-09T07:29:53.361" v="10" actId="47"/>
        <pc:sldMkLst>
          <pc:docMk/>
          <pc:sldMk cId="4234844260" sldId="296"/>
        </pc:sldMkLst>
      </pc:sldChg>
      <pc:sldChg chg="del">
        <pc:chgData name="김태영" userId="8443cd8f-b258-4c7c-bbdd-a870d3924868" providerId="ADAL" clId="{C81FC628-20C7-41E7-91DB-1CACE52F86DA}" dt="2021-11-09T07:29:53.516" v="11" actId="47"/>
        <pc:sldMkLst>
          <pc:docMk/>
          <pc:sldMk cId="3440690201" sldId="297"/>
        </pc:sldMkLst>
      </pc:sldChg>
      <pc:sldChg chg="del">
        <pc:chgData name="김태영" userId="8443cd8f-b258-4c7c-bbdd-a870d3924868" providerId="ADAL" clId="{C81FC628-20C7-41E7-91DB-1CACE52F86DA}" dt="2021-11-09T07:29:53.652" v="12" actId="47"/>
        <pc:sldMkLst>
          <pc:docMk/>
          <pc:sldMk cId="2370472165" sldId="298"/>
        </pc:sldMkLst>
      </pc:sldChg>
      <pc:sldChg chg="del">
        <pc:chgData name="김태영" userId="8443cd8f-b258-4c7c-bbdd-a870d3924868" providerId="ADAL" clId="{C81FC628-20C7-41E7-91DB-1CACE52F86DA}" dt="2021-11-09T07:29:54.051" v="13" actId="47"/>
        <pc:sldMkLst>
          <pc:docMk/>
          <pc:sldMk cId="2523140968" sldId="299"/>
        </pc:sldMkLst>
      </pc:sldChg>
      <pc:sldChg chg="del">
        <pc:chgData name="김태영" userId="8443cd8f-b258-4c7c-bbdd-a870d3924868" providerId="ADAL" clId="{C81FC628-20C7-41E7-91DB-1CACE52F86DA}" dt="2021-11-09T07:29:54.537" v="16" actId="47"/>
        <pc:sldMkLst>
          <pc:docMk/>
          <pc:sldMk cId="3621799440" sldId="300"/>
        </pc:sldMkLst>
      </pc:sldChg>
      <pc:sldChg chg="delSp modSp mod modNotesTx">
        <pc:chgData name="김태영" userId="8443cd8f-b258-4c7c-bbdd-a870d3924868" providerId="ADAL" clId="{C81FC628-20C7-41E7-91DB-1CACE52F86DA}" dt="2021-11-09T10:17:13.345" v="947" actId="20577"/>
        <pc:sldMkLst>
          <pc:docMk/>
          <pc:sldMk cId="3032145493" sldId="301"/>
        </pc:sldMkLst>
        <pc:spChg chg="del mod">
          <ac:chgData name="김태영" userId="8443cd8f-b258-4c7c-bbdd-a870d3924868" providerId="ADAL" clId="{C81FC628-20C7-41E7-91DB-1CACE52F86DA}" dt="2021-11-09T07:36:06.135" v="36"/>
          <ac:spMkLst>
            <pc:docMk/>
            <pc:sldMk cId="3032145493" sldId="301"/>
            <ac:spMk id="4" creationId="{E43FF5E5-DC71-4431-8F62-956196292E95}"/>
          </ac:spMkLst>
        </pc:spChg>
      </pc:sldChg>
      <pc:sldChg chg="add ord modNotesTx">
        <pc:chgData name="김태영" userId="8443cd8f-b258-4c7c-bbdd-a870d3924868" providerId="ADAL" clId="{C81FC628-20C7-41E7-91DB-1CACE52F86DA}" dt="2021-11-09T08:00:25.522" v="793" actId="20577"/>
        <pc:sldMkLst>
          <pc:docMk/>
          <pc:sldMk cId="601531050" sldId="302"/>
        </pc:sldMkLst>
      </pc:sldChg>
      <pc:sldChg chg="del">
        <pc:chgData name="김태영" userId="8443cd8f-b258-4c7c-bbdd-a870d3924868" providerId="ADAL" clId="{C81FC628-20C7-41E7-91DB-1CACE52F86DA}" dt="2021-11-09T07:29:51.637" v="0" actId="47"/>
        <pc:sldMkLst>
          <pc:docMk/>
          <pc:sldMk cId="2953387937" sldId="302"/>
        </pc:sldMkLst>
      </pc:sldChg>
      <pc:sldChg chg="del">
        <pc:chgData name="김태영" userId="8443cd8f-b258-4c7c-bbdd-a870d3924868" providerId="ADAL" clId="{C81FC628-20C7-41E7-91DB-1CACE52F86DA}" dt="2021-11-09T07:29:51.776" v="1" actId="47"/>
        <pc:sldMkLst>
          <pc:docMk/>
          <pc:sldMk cId="229462456" sldId="303"/>
        </pc:sldMkLst>
      </pc:sldChg>
      <pc:sldChg chg="modSp add mod modNotesTx">
        <pc:chgData name="김태영" userId="8443cd8f-b258-4c7c-bbdd-a870d3924868" providerId="ADAL" clId="{C81FC628-20C7-41E7-91DB-1CACE52F86DA}" dt="2021-11-16T02:03:55.325" v="951" actId="20577"/>
        <pc:sldMkLst>
          <pc:docMk/>
          <pc:sldMk cId="2390786159" sldId="303"/>
        </pc:sldMkLst>
        <pc:spChg chg="mod">
          <ac:chgData name="김태영" userId="8443cd8f-b258-4c7c-bbdd-a870d3924868" providerId="ADAL" clId="{C81FC628-20C7-41E7-91DB-1CACE52F86DA}" dt="2021-11-16T02:03:55.325" v="951" actId="20577"/>
          <ac:spMkLst>
            <pc:docMk/>
            <pc:sldMk cId="2390786159" sldId="303"/>
            <ac:spMk id="13" creationId="{B2B78BF4-C661-4B31-A7B1-E7BF0E371B0C}"/>
          </ac:spMkLst>
        </pc:spChg>
      </pc:sldChg>
      <pc:sldChg chg="modSp mod">
        <pc:chgData name="김태영" userId="8443cd8f-b258-4c7c-bbdd-a870d3924868" providerId="ADAL" clId="{C81FC628-20C7-41E7-91DB-1CACE52F86DA}" dt="2021-11-16T02:09:54.176" v="987" actId="1076"/>
        <pc:sldMkLst>
          <pc:docMk/>
          <pc:sldMk cId="2523817392" sldId="312"/>
        </pc:sldMkLst>
        <pc:spChg chg="mod">
          <ac:chgData name="김태영" userId="8443cd8f-b258-4c7c-bbdd-a870d3924868" providerId="ADAL" clId="{C81FC628-20C7-41E7-91DB-1CACE52F86DA}" dt="2021-11-16T02:09:54.176" v="987" actId="1076"/>
          <ac:spMkLst>
            <pc:docMk/>
            <pc:sldMk cId="2523817392" sldId="312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3:46:46.517" v="1062" actId="20577"/>
        <pc:sldMkLst>
          <pc:docMk/>
          <pc:sldMk cId="1490474408" sldId="313"/>
        </pc:sldMkLst>
        <pc:spChg chg="mod">
          <ac:chgData name="김태영" userId="8443cd8f-b258-4c7c-bbdd-a870d3924868" providerId="ADAL" clId="{C81FC628-20C7-41E7-91DB-1CACE52F86DA}" dt="2021-11-16T03:46:46.517" v="1062" actId="20577"/>
          <ac:spMkLst>
            <pc:docMk/>
            <pc:sldMk cId="1490474408" sldId="313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2:14:07.105" v="993" actId="20577"/>
        <pc:sldMkLst>
          <pc:docMk/>
          <pc:sldMk cId="1156014458" sldId="316"/>
        </pc:sldMkLst>
        <pc:spChg chg="mod">
          <ac:chgData name="김태영" userId="8443cd8f-b258-4c7c-bbdd-a870d3924868" providerId="ADAL" clId="{C81FC628-20C7-41E7-91DB-1CACE52F86DA}" dt="2021-11-16T02:14:07.105" v="993" actId="20577"/>
          <ac:spMkLst>
            <pc:docMk/>
            <pc:sldMk cId="1156014458" sldId="316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2:17:44.664" v="994" actId="20577"/>
        <pc:sldMkLst>
          <pc:docMk/>
          <pc:sldMk cId="2594186074" sldId="318"/>
        </pc:sldMkLst>
        <pc:spChg chg="mod">
          <ac:chgData name="김태영" userId="8443cd8f-b258-4c7c-bbdd-a870d3924868" providerId="ADAL" clId="{C81FC628-20C7-41E7-91DB-1CACE52F86DA}" dt="2021-11-16T02:17:44.664" v="994" actId="20577"/>
          <ac:spMkLst>
            <pc:docMk/>
            <pc:sldMk cId="2594186074" sldId="318"/>
            <ac:spMk id="12" creationId="{2A9F3C9B-74C0-4C65-BE7D-398BF0DE373B}"/>
          </ac:spMkLst>
        </pc:spChg>
      </pc:sldChg>
      <pc:sldChg chg="ord">
        <pc:chgData name="김태영" userId="8443cd8f-b258-4c7c-bbdd-a870d3924868" providerId="ADAL" clId="{C81FC628-20C7-41E7-91DB-1CACE52F86DA}" dt="2021-11-16T06:13:16.681" v="1064"/>
        <pc:sldMkLst>
          <pc:docMk/>
          <pc:sldMk cId="2285916183" sldId="321"/>
        </pc:sldMkLst>
      </pc:sldChg>
      <pc:sldChg chg="modSp mod">
        <pc:chgData name="김태영" userId="8443cd8f-b258-4c7c-bbdd-a870d3924868" providerId="ADAL" clId="{C81FC628-20C7-41E7-91DB-1CACE52F86DA}" dt="2021-11-16T06:14:41.775" v="1067" actId="20577"/>
        <pc:sldMkLst>
          <pc:docMk/>
          <pc:sldMk cId="2576018947" sldId="323"/>
        </pc:sldMkLst>
        <pc:spChg chg="mod">
          <ac:chgData name="김태영" userId="8443cd8f-b258-4c7c-bbdd-a870d3924868" providerId="ADAL" clId="{C81FC628-20C7-41E7-91DB-1CACE52F86DA}" dt="2021-11-16T06:14:41.775" v="1067" actId="20577"/>
          <ac:spMkLst>
            <pc:docMk/>
            <pc:sldMk cId="2576018947" sldId="323"/>
            <ac:spMk id="12" creationId="{5C088F7D-5074-43A3-9683-26FA5B15984E}"/>
          </ac:spMkLst>
        </pc:spChg>
      </pc:sldChg>
      <pc:sldChg chg="modSp mod">
        <pc:chgData name="김태영" userId="8443cd8f-b258-4c7c-bbdd-a870d3924868" providerId="ADAL" clId="{C81FC628-20C7-41E7-91DB-1CACE52F86DA}" dt="2021-11-16T02:21:54.897" v="1004" actId="115"/>
        <pc:sldMkLst>
          <pc:docMk/>
          <pc:sldMk cId="3421980833" sldId="324"/>
        </pc:sldMkLst>
        <pc:spChg chg="mod">
          <ac:chgData name="김태영" userId="8443cd8f-b258-4c7c-bbdd-a870d3924868" providerId="ADAL" clId="{C81FC628-20C7-41E7-91DB-1CACE52F86DA}" dt="2021-11-16T02:21:54.897" v="1004" actId="115"/>
          <ac:spMkLst>
            <pc:docMk/>
            <pc:sldMk cId="3421980833" sldId="324"/>
            <ac:spMk id="12" creationId="{5C088F7D-5074-43A3-9683-26FA5B15984E}"/>
          </ac:spMkLst>
        </pc:spChg>
      </pc:sldChg>
      <pc:sldChg chg="modSp mod">
        <pc:chgData name="김태영" userId="8443cd8f-b258-4c7c-bbdd-a870d3924868" providerId="ADAL" clId="{C81FC628-20C7-41E7-91DB-1CACE52F86DA}" dt="2021-11-16T02:26:17.191" v="1016" actId="20577"/>
        <pc:sldMkLst>
          <pc:docMk/>
          <pc:sldMk cId="1760318954" sldId="329"/>
        </pc:sldMkLst>
        <pc:spChg chg="mod">
          <ac:chgData name="김태영" userId="8443cd8f-b258-4c7c-bbdd-a870d3924868" providerId="ADAL" clId="{C81FC628-20C7-41E7-91DB-1CACE52F86DA}" dt="2021-11-16T02:26:17.191" v="1016" actId="20577"/>
          <ac:spMkLst>
            <pc:docMk/>
            <pc:sldMk cId="1760318954" sldId="329"/>
            <ac:spMk id="12" creationId="{5C088F7D-5074-43A3-9683-26FA5B15984E}"/>
          </ac:spMkLst>
        </pc:spChg>
      </pc:sldChg>
    </pc:docChg>
  </pc:docChgLst>
  <pc:docChgLst>
    <pc:chgData name="김태영" userId="8443cd8f-b258-4c7c-bbdd-a870d3924868" providerId="ADAL" clId="{74BF0BFE-A616-46FE-A20B-12C5B7419670}"/>
    <pc:docChg chg="undo custSel delSld modSld sldOrd">
      <pc:chgData name="김태영" userId="8443cd8f-b258-4c7c-bbdd-a870d3924868" providerId="ADAL" clId="{74BF0BFE-A616-46FE-A20B-12C5B7419670}" dt="2023-02-15T04:49:48.299" v="1170"/>
      <pc:docMkLst>
        <pc:docMk/>
      </pc:docMkLst>
      <pc:sldChg chg="addSp modSp mod modAnim modNotesTx">
        <pc:chgData name="김태영" userId="8443cd8f-b258-4c7c-bbdd-a870d3924868" providerId="ADAL" clId="{74BF0BFE-A616-46FE-A20B-12C5B7419670}" dt="2023-02-15T04:11:15.008" v="442" actId="20577"/>
        <pc:sldMkLst>
          <pc:docMk/>
          <pc:sldMk cId="2505140003" sldId="313"/>
        </pc:sldMkLst>
        <pc:spChg chg="mod">
          <ac:chgData name="김태영" userId="8443cd8f-b258-4c7c-bbdd-a870d3924868" providerId="ADAL" clId="{74BF0BFE-A616-46FE-A20B-12C5B7419670}" dt="2023-02-15T04:10:35.079" v="414" actId="20577"/>
          <ac:spMkLst>
            <pc:docMk/>
            <pc:sldMk cId="2505140003" sldId="313"/>
            <ac:spMk id="5" creationId="{BFCF86AE-7845-2B80-8716-64084DDDA742}"/>
          </ac:spMkLst>
        </pc:spChg>
        <pc:spChg chg="add mod">
          <ac:chgData name="김태영" userId="8443cd8f-b258-4c7c-bbdd-a870d3924868" providerId="ADAL" clId="{74BF0BFE-A616-46FE-A20B-12C5B7419670}" dt="2023-02-15T04:10:41.311" v="418" actId="1076"/>
          <ac:spMkLst>
            <pc:docMk/>
            <pc:sldMk cId="2505140003" sldId="313"/>
            <ac:spMk id="9" creationId="{D6ADEA73-1DBC-E95E-41C7-CCAED8204B41}"/>
          </ac:spMkLst>
        </pc:spChg>
        <pc:grpChg chg="add mod">
          <ac:chgData name="김태영" userId="8443cd8f-b258-4c7c-bbdd-a870d3924868" providerId="ADAL" clId="{74BF0BFE-A616-46FE-A20B-12C5B7419670}" dt="2023-02-15T03:47:51.410" v="2" actId="164"/>
          <ac:grpSpMkLst>
            <pc:docMk/>
            <pc:sldMk cId="2505140003" sldId="313"/>
            <ac:grpSpMk id="6" creationId="{76FF26C4-9BD4-C364-FF76-E2D53C4CA3DA}"/>
          </ac:grpSpMkLst>
        </pc:grpChg>
        <pc:picChg chg="mod">
          <ac:chgData name="김태영" userId="8443cd8f-b258-4c7c-bbdd-a870d3924868" providerId="ADAL" clId="{74BF0BFE-A616-46FE-A20B-12C5B7419670}" dt="2023-02-15T03:47:51.410" v="2" actId="164"/>
          <ac:picMkLst>
            <pc:docMk/>
            <pc:sldMk cId="2505140003" sldId="313"/>
            <ac:picMk id="8" creationId="{EDF2B708-A1E3-C13B-35B6-0266B986EEE4}"/>
          </ac:picMkLst>
        </pc:picChg>
      </pc:sldChg>
      <pc:sldChg chg="ord">
        <pc:chgData name="김태영" userId="8443cd8f-b258-4c7c-bbdd-a870d3924868" providerId="ADAL" clId="{74BF0BFE-A616-46FE-A20B-12C5B7419670}" dt="2023-02-15T03:47:47.655" v="1"/>
        <pc:sldMkLst>
          <pc:docMk/>
          <pc:sldMk cId="3109780887" sldId="314"/>
        </pc:sldMkLst>
      </pc:sldChg>
      <pc:sldChg chg="modSp mod modAnim">
        <pc:chgData name="김태영" userId="8443cd8f-b258-4c7c-bbdd-a870d3924868" providerId="ADAL" clId="{74BF0BFE-A616-46FE-A20B-12C5B7419670}" dt="2023-02-15T04:02:03.314" v="189"/>
        <pc:sldMkLst>
          <pc:docMk/>
          <pc:sldMk cId="3345910091" sldId="315"/>
        </pc:sldMkLst>
        <pc:spChg chg="mod">
          <ac:chgData name="김태영" userId="8443cd8f-b258-4c7c-bbdd-a870d3924868" providerId="ADAL" clId="{74BF0BFE-A616-46FE-A20B-12C5B7419670}" dt="2023-02-15T04:01:01.912" v="187" actId="20577"/>
          <ac:spMkLst>
            <pc:docMk/>
            <pc:sldMk cId="3345910091" sldId="315"/>
            <ac:spMk id="9" creationId="{6C7FF965-B5AE-D67F-0D22-DD1264DC4A4B}"/>
          </ac:spMkLst>
        </pc:spChg>
        <pc:spChg chg="mod">
          <ac:chgData name="김태영" userId="8443cd8f-b258-4c7c-bbdd-a870d3924868" providerId="ADAL" clId="{74BF0BFE-A616-46FE-A20B-12C5B7419670}" dt="2023-02-15T04:00:21.454" v="155" actId="1076"/>
          <ac:spMkLst>
            <pc:docMk/>
            <pc:sldMk cId="3345910091" sldId="315"/>
            <ac:spMk id="12" creationId="{7FC39E3A-0104-4EC0-BC18-7F6166B14D02}"/>
          </ac:spMkLst>
        </pc:spChg>
      </pc:sldChg>
      <pc:sldChg chg="modSp modAnim modNotesTx">
        <pc:chgData name="김태영" userId="8443cd8f-b258-4c7c-bbdd-a870d3924868" providerId="ADAL" clId="{74BF0BFE-A616-46FE-A20B-12C5B7419670}" dt="2023-02-15T04:03:34.616" v="257" actId="207"/>
        <pc:sldMkLst>
          <pc:docMk/>
          <pc:sldMk cId="4059638287" sldId="316"/>
        </pc:sldMkLst>
        <pc:spChg chg="mod">
          <ac:chgData name="김태영" userId="8443cd8f-b258-4c7c-bbdd-a870d3924868" providerId="ADAL" clId="{74BF0BFE-A616-46FE-A20B-12C5B7419670}" dt="2023-02-15T04:02:57.840" v="233" actId="115"/>
          <ac:spMkLst>
            <pc:docMk/>
            <pc:sldMk cId="4059638287" sldId="316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03:34.616" v="257" actId="207"/>
          <ac:spMkLst>
            <pc:docMk/>
            <pc:sldMk cId="4059638287" sldId="316"/>
            <ac:spMk id="9" creationId="{6C7FF965-B5AE-D67F-0D22-DD1264DC4A4B}"/>
          </ac:spMkLst>
        </pc:spChg>
      </pc:sldChg>
      <pc:sldChg chg="modSp mod modAnim">
        <pc:chgData name="김태영" userId="8443cd8f-b258-4c7c-bbdd-a870d3924868" providerId="ADAL" clId="{74BF0BFE-A616-46FE-A20B-12C5B7419670}" dt="2023-02-15T04:04:34.200" v="268" actId="207"/>
        <pc:sldMkLst>
          <pc:docMk/>
          <pc:sldMk cId="1484749547" sldId="317"/>
        </pc:sldMkLst>
        <pc:spChg chg="mod">
          <ac:chgData name="김태영" userId="8443cd8f-b258-4c7c-bbdd-a870d3924868" providerId="ADAL" clId="{74BF0BFE-A616-46FE-A20B-12C5B7419670}" dt="2023-02-15T04:04:34.200" v="268" actId="207"/>
          <ac:spMkLst>
            <pc:docMk/>
            <pc:sldMk cId="1484749547" sldId="317"/>
            <ac:spMk id="5" creationId="{C313D452-FDBD-EACC-A6CD-0AA87ED79FA0}"/>
          </ac:spMkLst>
        </pc:spChg>
        <pc:spChg chg="mod">
          <ac:chgData name="김태영" userId="8443cd8f-b258-4c7c-bbdd-a870d3924868" providerId="ADAL" clId="{74BF0BFE-A616-46FE-A20B-12C5B7419670}" dt="2023-02-15T04:04:04.679" v="262" actId="207"/>
          <ac:spMkLst>
            <pc:docMk/>
            <pc:sldMk cId="1484749547" sldId="317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09:03.798" v="396" actId="207"/>
        <pc:sldMkLst>
          <pc:docMk/>
          <pc:sldMk cId="2303702551" sldId="319"/>
        </pc:sldMkLst>
        <pc:spChg chg="mod">
          <ac:chgData name="김태영" userId="8443cd8f-b258-4c7c-bbdd-a870d3924868" providerId="ADAL" clId="{74BF0BFE-A616-46FE-A20B-12C5B7419670}" dt="2023-02-15T04:08:34.188" v="386" actId="20577"/>
          <ac:spMkLst>
            <pc:docMk/>
            <pc:sldMk cId="2303702551" sldId="319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09:03.798" v="396" actId="207"/>
          <ac:spMkLst>
            <pc:docMk/>
            <pc:sldMk cId="2303702551" sldId="319"/>
            <ac:spMk id="11" creationId="{213303EF-347F-A6D0-8DC6-882341A5E154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12:03.758" v="508" actId="207"/>
        <pc:sldMkLst>
          <pc:docMk/>
          <pc:sldMk cId="4195596341" sldId="320"/>
        </pc:sldMkLst>
        <pc:spChg chg="mod">
          <ac:chgData name="김태영" userId="8443cd8f-b258-4c7c-bbdd-a870d3924868" providerId="ADAL" clId="{74BF0BFE-A616-46FE-A20B-12C5B7419670}" dt="2023-02-15T04:11:39.095" v="505" actId="14100"/>
          <ac:spMkLst>
            <pc:docMk/>
            <pc:sldMk cId="4195596341" sldId="320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09:19.130" v="402" actId="20577"/>
          <ac:spMkLst>
            <pc:docMk/>
            <pc:sldMk cId="4195596341" sldId="320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12:03.758" v="508" actId="207"/>
          <ac:spMkLst>
            <pc:docMk/>
            <pc:sldMk cId="4195596341" sldId="320"/>
            <ac:spMk id="11" creationId="{213303EF-347F-A6D0-8DC6-882341A5E154}"/>
          </ac:spMkLst>
        </pc:spChg>
      </pc:sldChg>
      <pc:sldChg chg="addSp modSp mod modAnim">
        <pc:chgData name="김태영" userId="8443cd8f-b258-4c7c-bbdd-a870d3924868" providerId="ADAL" clId="{74BF0BFE-A616-46FE-A20B-12C5B7419670}" dt="2023-02-15T04:13:25.321" v="529"/>
        <pc:sldMkLst>
          <pc:docMk/>
          <pc:sldMk cId="848339235" sldId="321"/>
        </pc:sldMkLst>
        <pc:spChg chg="add mod">
          <ac:chgData name="김태영" userId="8443cd8f-b258-4c7c-bbdd-a870d3924868" providerId="ADAL" clId="{74BF0BFE-A616-46FE-A20B-12C5B7419670}" dt="2023-02-15T04:13:15.695" v="526" actId="1076"/>
          <ac:spMkLst>
            <pc:docMk/>
            <pc:sldMk cId="848339235" sldId="321"/>
            <ac:spMk id="7" creationId="{05038195-BD39-A1DE-018E-C42704F5FC2B}"/>
          </ac:spMkLst>
        </pc:spChg>
        <pc:spChg chg="mod">
          <ac:chgData name="김태영" userId="8443cd8f-b258-4c7c-bbdd-a870d3924868" providerId="ADAL" clId="{74BF0BFE-A616-46FE-A20B-12C5B7419670}" dt="2023-02-15T04:12:45.427" v="520" actId="2711"/>
          <ac:spMkLst>
            <pc:docMk/>
            <pc:sldMk cId="848339235" sldId="321"/>
            <ac:spMk id="15" creationId="{7D491FE8-75C7-8E8E-8072-64D8E5279C13}"/>
          </ac:spMkLst>
        </pc:spChg>
        <pc:spChg chg="mod">
          <ac:chgData name="김태영" userId="8443cd8f-b258-4c7c-bbdd-a870d3924868" providerId="ADAL" clId="{74BF0BFE-A616-46FE-A20B-12C5B7419670}" dt="2023-02-15T04:12:45.427" v="520" actId="2711"/>
          <ac:spMkLst>
            <pc:docMk/>
            <pc:sldMk cId="848339235" sldId="321"/>
            <ac:spMk id="16" creationId="{B1E8B501-9FDA-5008-94A4-6CE5FEC37F1B}"/>
          </ac:spMkLst>
        </pc:spChg>
        <pc:spChg chg="mod">
          <ac:chgData name="김태영" userId="8443cd8f-b258-4c7c-bbdd-a870d3924868" providerId="ADAL" clId="{74BF0BFE-A616-46FE-A20B-12C5B7419670}" dt="2023-02-15T04:13:17.884" v="527" actId="20577"/>
          <ac:spMkLst>
            <pc:docMk/>
            <pc:sldMk cId="848339235" sldId="321"/>
            <ac:spMk id="22" creationId="{70D082A0-9B5A-E77C-20CC-888F1B54C9DF}"/>
          </ac:spMkLst>
        </pc:spChg>
        <pc:spChg chg="mod">
          <ac:chgData name="김태영" userId="8443cd8f-b258-4c7c-bbdd-a870d3924868" providerId="ADAL" clId="{74BF0BFE-A616-46FE-A20B-12C5B7419670}" dt="2023-02-15T04:13:21.879" v="528" actId="14100"/>
          <ac:spMkLst>
            <pc:docMk/>
            <pc:sldMk cId="848339235" sldId="321"/>
            <ac:spMk id="23" creationId="{D35B7F4B-E021-F6CF-0070-A527AE300FE2}"/>
          </ac:spMkLst>
        </pc:spChg>
      </pc:sldChg>
      <pc:sldChg chg="modSp mod modAnim">
        <pc:chgData name="김태영" userId="8443cd8f-b258-4c7c-bbdd-a870d3924868" providerId="ADAL" clId="{74BF0BFE-A616-46FE-A20B-12C5B7419670}" dt="2023-02-15T04:15:20.397" v="564" actId="20577"/>
        <pc:sldMkLst>
          <pc:docMk/>
          <pc:sldMk cId="2463927286" sldId="322"/>
        </pc:sldMkLst>
        <pc:spChg chg="mod">
          <ac:chgData name="김태영" userId="8443cd8f-b258-4c7c-bbdd-a870d3924868" providerId="ADAL" clId="{74BF0BFE-A616-46FE-A20B-12C5B7419670}" dt="2023-02-15T04:14:06.297" v="537" actId="115"/>
          <ac:spMkLst>
            <pc:docMk/>
            <pc:sldMk cId="2463927286" sldId="322"/>
            <ac:spMk id="7" creationId="{7418CF98-30FB-7B17-E124-3E5609F6EE87}"/>
          </ac:spMkLst>
        </pc:spChg>
        <pc:spChg chg="mod">
          <ac:chgData name="김태영" userId="8443cd8f-b258-4c7c-bbdd-a870d3924868" providerId="ADAL" clId="{74BF0BFE-A616-46FE-A20B-12C5B7419670}" dt="2023-02-15T04:15:20.397" v="564" actId="20577"/>
          <ac:spMkLst>
            <pc:docMk/>
            <pc:sldMk cId="2463927286" sldId="322"/>
            <ac:spMk id="18" creationId="{90D4E7C4-F470-28E3-07BE-93974A7B1C3E}"/>
          </ac:spMkLst>
        </pc:spChg>
      </pc:sldChg>
      <pc:sldChg chg="modSp mod">
        <pc:chgData name="김태영" userId="8443cd8f-b258-4c7c-bbdd-a870d3924868" providerId="ADAL" clId="{74BF0BFE-A616-46FE-A20B-12C5B7419670}" dt="2023-02-15T04:18:07.167" v="575" actId="207"/>
        <pc:sldMkLst>
          <pc:docMk/>
          <pc:sldMk cId="375184813" sldId="323"/>
        </pc:sldMkLst>
        <pc:spChg chg="mod">
          <ac:chgData name="김태영" userId="8443cd8f-b258-4c7c-bbdd-a870d3924868" providerId="ADAL" clId="{74BF0BFE-A616-46FE-A20B-12C5B7419670}" dt="2023-02-15T04:17:46.384" v="571" actId="115"/>
          <ac:spMkLst>
            <pc:docMk/>
            <pc:sldMk cId="375184813" sldId="323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18:07.167" v="575" actId="207"/>
          <ac:spMkLst>
            <pc:docMk/>
            <pc:sldMk cId="375184813" sldId="323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21:44.708" v="679" actId="20577"/>
        <pc:sldMkLst>
          <pc:docMk/>
          <pc:sldMk cId="46141193" sldId="324"/>
        </pc:sldMkLst>
        <pc:spChg chg="mod">
          <ac:chgData name="김태영" userId="8443cd8f-b258-4c7c-bbdd-a870d3924868" providerId="ADAL" clId="{74BF0BFE-A616-46FE-A20B-12C5B7419670}" dt="2023-02-15T04:21:25.346" v="647" actId="207"/>
          <ac:spMkLst>
            <pc:docMk/>
            <pc:sldMk cId="46141193" sldId="324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21:08.169" v="644" actId="207"/>
          <ac:spMkLst>
            <pc:docMk/>
            <pc:sldMk cId="46141193" sldId="324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24:01.753" v="716"/>
        <pc:sldMkLst>
          <pc:docMk/>
          <pc:sldMk cId="1191572402" sldId="325"/>
        </pc:sldMkLst>
        <pc:spChg chg="mod">
          <ac:chgData name="김태영" userId="8443cd8f-b258-4c7c-bbdd-a870d3924868" providerId="ADAL" clId="{74BF0BFE-A616-46FE-A20B-12C5B7419670}" dt="2023-02-15T04:23:16.528" v="708" actId="207"/>
          <ac:spMkLst>
            <pc:docMk/>
            <pc:sldMk cId="1191572402" sldId="325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23:24.792" v="710" actId="115"/>
          <ac:spMkLst>
            <pc:docMk/>
            <pc:sldMk cId="1191572402" sldId="325"/>
            <ac:spMk id="9" creationId="{11DFCBC3-0A1E-F4CC-C61E-E5D4BBD0C38D}"/>
          </ac:spMkLst>
        </pc:spChg>
        <pc:spChg chg="mod">
          <ac:chgData name="김태영" userId="8443cd8f-b258-4c7c-bbdd-a870d3924868" providerId="ADAL" clId="{74BF0BFE-A616-46FE-A20B-12C5B7419670}" dt="2023-02-15T04:23:45.488" v="714" actId="207"/>
          <ac:spMkLst>
            <pc:docMk/>
            <pc:sldMk cId="1191572402" sldId="325"/>
            <ac:spMk id="12" creationId="{878762E7-D78E-0F87-4BC7-F04F3B0BC29D}"/>
          </ac:spMkLst>
        </pc:spChg>
      </pc:sldChg>
      <pc:sldChg chg="modSp mod">
        <pc:chgData name="김태영" userId="8443cd8f-b258-4c7c-bbdd-a870d3924868" providerId="ADAL" clId="{74BF0BFE-A616-46FE-A20B-12C5B7419670}" dt="2023-02-15T04:25:02.713" v="719" actId="207"/>
        <pc:sldMkLst>
          <pc:docMk/>
          <pc:sldMk cId="1072636788" sldId="326"/>
        </pc:sldMkLst>
        <pc:spChg chg="mod">
          <ac:chgData name="김태영" userId="8443cd8f-b258-4c7c-bbdd-a870d3924868" providerId="ADAL" clId="{74BF0BFE-A616-46FE-A20B-12C5B7419670}" dt="2023-02-15T04:25:02.713" v="719" actId="207"/>
          <ac:spMkLst>
            <pc:docMk/>
            <pc:sldMk cId="1072636788" sldId="326"/>
            <ac:spMk id="12" creationId="{878762E7-D78E-0F87-4BC7-F04F3B0BC29D}"/>
          </ac:spMkLst>
        </pc:spChg>
      </pc:sldChg>
      <pc:sldChg chg="modSp mod modNotesTx">
        <pc:chgData name="김태영" userId="8443cd8f-b258-4c7c-bbdd-a870d3924868" providerId="ADAL" clId="{74BF0BFE-A616-46FE-A20B-12C5B7419670}" dt="2023-02-15T04:27:52.440" v="774" actId="20577"/>
        <pc:sldMkLst>
          <pc:docMk/>
          <pc:sldMk cId="3695964302" sldId="327"/>
        </pc:sldMkLst>
        <pc:spChg chg="mod">
          <ac:chgData name="김태영" userId="8443cd8f-b258-4c7c-bbdd-a870d3924868" providerId="ADAL" clId="{74BF0BFE-A616-46FE-A20B-12C5B7419670}" dt="2023-02-15T04:27:52.440" v="774" actId="20577"/>
          <ac:spMkLst>
            <pc:docMk/>
            <pc:sldMk cId="3695964302" sldId="327"/>
            <ac:spMk id="12" creationId="{878762E7-D78E-0F87-4BC7-F04F3B0BC29D}"/>
          </ac:spMkLst>
        </pc:spChg>
      </pc:sldChg>
      <pc:sldChg chg="modSp mod modAnim">
        <pc:chgData name="김태영" userId="8443cd8f-b258-4c7c-bbdd-a870d3924868" providerId="ADAL" clId="{74BF0BFE-A616-46FE-A20B-12C5B7419670}" dt="2023-02-15T04:31:26.839" v="794" actId="1076"/>
        <pc:sldMkLst>
          <pc:docMk/>
          <pc:sldMk cId="1520791225" sldId="328"/>
        </pc:sldMkLst>
        <pc:spChg chg="mod">
          <ac:chgData name="김태영" userId="8443cd8f-b258-4c7c-bbdd-a870d3924868" providerId="ADAL" clId="{74BF0BFE-A616-46FE-A20B-12C5B7419670}" dt="2023-02-15T04:31:26.839" v="794" actId="1076"/>
          <ac:spMkLst>
            <pc:docMk/>
            <pc:sldMk cId="1520791225" sldId="328"/>
            <ac:spMk id="8" creationId="{52864DC3-54C3-C114-0D29-BBDAB6460BBF}"/>
          </ac:spMkLst>
        </pc:spChg>
        <pc:spChg chg="mod">
          <ac:chgData name="김태영" userId="8443cd8f-b258-4c7c-bbdd-a870d3924868" providerId="ADAL" clId="{74BF0BFE-A616-46FE-A20B-12C5B7419670}" dt="2023-02-15T04:28:02.137" v="777" actId="115"/>
          <ac:spMkLst>
            <pc:docMk/>
            <pc:sldMk cId="1520791225" sldId="328"/>
            <ac:spMk id="12" creationId="{878762E7-D78E-0F87-4BC7-F04F3B0BC29D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33:16.224" v="906" actId="207"/>
        <pc:sldMkLst>
          <pc:docMk/>
          <pc:sldMk cId="1615291752" sldId="329"/>
        </pc:sldMkLst>
        <pc:spChg chg="mod">
          <ac:chgData name="김태영" userId="8443cd8f-b258-4c7c-bbdd-a870d3924868" providerId="ADAL" clId="{74BF0BFE-A616-46FE-A20B-12C5B7419670}" dt="2023-02-15T04:33:16.224" v="906" actId="207"/>
          <ac:spMkLst>
            <pc:docMk/>
            <pc:sldMk cId="1615291752" sldId="329"/>
            <ac:spMk id="5" creationId="{E4825E08-E257-6E31-65F1-7246B786A196}"/>
          </ac:spMkLst>
        </pc:spChg>
        <pc:spChg chg="mod">
          <ac:chgData name="김태영" userId="8443cd8f-b258-4c7c-bbdd-a870d3924868" providerId="ADAL" clId="{74BF0BFE-A616-46FE-A20B-12C5B7419670}" dt="2023-02-15T04:32:42.199" v="885" actId="1076"/>
          <ac:spMkLst>
            <pc:docMk/>
            <pc:sldMk cId="1615291752" sldId="329"/>
            <ac:spMk id="8" creationId="{52864DC3-54C3-C114-0D29-BBDAB6460BBF}"/>
          </ac:spMkLst>
        </pc:spChg>
        <pc:spChg chg="mod">
          <ac:chgData name="김태영" userId="8443cd8f-b258-4c7c-bbdd-a870d3924868" providerId="ADAL" clId="{74BF0BFE-A616-46FE-A20B-12C5B7419670}" dt="2023-02-15T04:31:37.882" v="795" actId="115"/>
          <ac:spMkLst>
            <pc:docMk/>
            <pc:sldMk cId="1615291752" sldId="329"/>
            <ac:spMk id="12" creationId="{878762E7-D78E-0F87-4BC7-F04F3B0BC29D}"/>
          </ac:spMkLst>
        </pc:spChg>
      </pc:sldChg>
      <pc:sldChg chg="addSp modSp mod modAnim modNotesTx">
        <pc:chgData name="김태영" userId="8443cd8f-b258-4c7c-bbdd-a870d3924868" providerId="ADAL" clId="{74BF0BFE-A616-46FE-A20B-12C5B7419670}" dt="2023-02-15T04:37:22.600" v="1000" actId="207"/>
        <pc:sldMkLst>
          <pc:docMk/>
          <pc:sldMk cId="3464966848" sldId="330"/>
        </pc:sldMkLst>
        <pc:spChg chg="mod">
          <ac:chgData name="김태영" userId="8443cd8f-b258-4c7c-bbdd-a870d3924868" providerId="ADAL" clId="{74BF0BFE-A616-46FE-A20B-12C5B7419670}" dt="2023-02-15T04:34:27.233" v="922" actId="207"/>
          <ac:spMkLst>
            <pc:docMk/>
            <pc:sldMk cId="3464966848" sldId="330"/>
            <ac:spMk id="5" creationId="{E4825E08-E257-6E31-65F1-7246B786A196}"/>
          </ac:spMkLst>
        </pc:spChg>
        <pc:spChg chg="mod">
          <ac:chgData name="김태영" userId="8443cd8f-b258-4c7c-bbdd-a870d3924868" providerId="ADAL" clId="{74BF0BFE-A616-46FE-A20B-12C5B7419670}" dt="2023-02-15T04:36:24.718" v="965" actId="113"/>
          <ac:spMkLst>
            <pc:docMk/>
            <pc:sldMk cId="3464966848" sldId="330"/>
            <ac:spMk id="6" creationId="{0BC0A58C-B23F-CA48-110C-BDCEFCF7EB06}"/>
          </ac:spMkLst>
        </pc:spChg>
        <pc:spChg chg="mod">
          <ac:chgData name="김태영" userId="8443cd8f-b258-4c7c-bbdd-a870d3924868" providerId="ADAL" clId="{74BF0BFE-A616-46FE-A20B-12C5B7419670}" dt="2023-02-15T04:37:22.600" v="1000" actId="207"/>
          <ac:spMkLst>
            <pc:docMk/>
            <pc:sldMk cId="3464966848" sldId="330"/>
            <ac:spMk id="7" creationId="{B33637EC-07C0-76A9-3A4D-12A753609ECE}"/>
          </ac:spMkLst>
        </pc:spChg>
        <pc:spChg chg="add mod">
          <ac:chgData name="김태영" userId="8443cd8f-b258-4c7c-bbdd-a870d3924868" providerId="ADAL" clId="{74BF0BFE-A616-46FE-A20B-12C5B7419670}" dt="2023-02-15T04:34:02.200" v="916" actId="14100"/>
          <ac:spMkLst>
            <pc:docMk/>
            <pc:sldMk cId="3464966848" sldId="330"/>
            <ac:spMk id="9" creationId="{019B9DA0-69AB-1B0D-EB54-4E0F6DEDBD49}"/>
          </ac:spMkLst>
        </pc:spChg>
        <pc:spChg chg="add mod">
          <ac:chgData name="김태영" userId="8443cd8f-b258-4c7c-bbdd-a870d3924868" providerId="ADAL" clId="{74BF0BFE-A616-46FE-A20B-12C5B7419670}" dt="2023-02-15T04:37:07.807" v="997" actId="1076"/>
          <ac:spMkLst>
            <pc:docMk/>
            <pc:sldMk cId="3464966848" sldId="330"/>
            <ac:spMk id="11" creationId="{62DB0846-7A31-9EFD-A97D-869860133DB6}"/>
          </ac:spMkLst>
        </pc:spChg>
        <pc:spChg chg="mod">
          <ac:chgData name="김태영" userId="8443cd8f-b258-4c7c-bbdd-a870d3924868" providerId="ADAL" clId="{74BF0BFE-A616-46FE-A20B-12C5B7419670}" dt="2023-02-15T04:33:53.317" v="911" actId="21"/>
          <ac:spMkLst>
            <pc:docMk/>
            <pc:sldMk cId="3464966848" sldId="330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74BF0BFE-A616-46FE-A20B-12C5B7419670}" dt="2023-02-15T04:38:17.437" v="1001" actId="47"/>
        <pc:sldMkLst>
          <pc:docMk/>
          <pc:sldMk cId="2698949495" sldId="331"/>
        </pc:sldMkLst>
      </pc:sldChg>
      <pc:sldChg chg="modSp mod modAnim modNotesTx">
        <pc:chgData name="김태영" userId="8443cd8f-b258-4c7c-bbdd-a870d3924868" providerId="ADAL" clId="{74BF0BFE-A616-46FE-A20B-12C5B7419670}" dt="2023-02-15T04:39:27.545" v="1010"/>
        <pc:sldMkLst>
          <pc:docMk/>
          <pc:sldMk cId="3680399783" sldId="332"/>
        </pc:sldMkLst>
        <pc:spChg chg="mod">
          <ac:chgData name="김태영" userId="8443cd8f-b258-4c7c-bbdd-a870d3924868" providerId="ADAL" clId="{74BF0BFE-A616-46FE-A20B-12C5B7419670}" dt="2023-02-15T04:39:24.657" v="1009" actId="115"/>
          <ac:spMkLst>
            <pc:docMk/>
            <pc:sldMk cId="3680399783" sldId="332"/>
            <ac:spMk id="10" creationId="{50764A1A-A9DD-52F7-4691-6E8C63327195}"/>
          </ac:spMkLst>
        </pc:spChg>
        <pc:spChg chg="mod">
          <ac:chgData name="김태영" userId="8443cd8f-b258-4c7c-bbdd-a870d3924868" providerId="ADAL" clId="{74BF0BFE-A616-46FE-A20B-12C5B7419670}" dt="2023-02-15T04:38:50.241" v="1005" actId="207"/>
          <ac:spMkLst>
            <pc:docMk/>
            <pc:sldMk cId="3680399783" sldId="332"/>
            <ac:spMk id="12" creationId="{878762E7-D78E-0F87-4BC7-F04F3B0BC29D}"/>
          </ac:spMkLst>
        </pc:spChg>
      </pc:sldChg>
      <pc:sldChg chg="addSp modSp mod modAnim modNotesTx">
        <pc:chgData name="김태영" userId="8443cd8f-b258-4c7c-bbdd-a870d3924868" providerId="ADAL" clId="{74BF0BFE-A616-46FE-A20B-12C5B7419670}" dt="2023-02-15T04:41:01.930" v="1027"/>
        <pc:sldMkLst>
          <pc:docMk/>
          <pc:sldMk cId="3244947736" sldId="333"/>
        </pc:sldMkLst>
        <pc:spChg chg="mod">
          <ac:chgData name="김태영" userId="8443cd8f-b258-4c7c-bbdd-a870d3924868" providerId="ADAL" clId="{74BF0BFE-A616-46FE-A20B-12C5B7419670}" dt="2023-02-15T04:41:00.235" v="1026" actId="164"/>
          <ac:spMkLst>
            <pc:docMk/>
            <pc:sldMk cId="3244947736" sldId="333"/>
            <ac:spMk id="5" creationId="{AA881745-5199-044B-1A90-81FBBA71DB46}"/>
          </ac:spMkLst>
        </pc:spChg>
        <pc:spChg chg="mod">
          <ac:chgData name="김태영" userId="8443cd8f-b258-4c7c-bbdd-a870d3924868" providerId="ADAL" clId="{74BF0BFE-A616-46FE-A20B-12C5B7419670}" dt="2023-02-15T04:41:00.235" v="1026" actId="164"/>
          <ac:spMkLst>
            <pc:docMk/>
            <pc:sldMk cId="3244947736" sldId="333"/>
            <ac:spMk id="6" creationId="{870AB293-88DA-DAA6-5A82-99EDE2DB1243}"/>
          </ac:spMkLst>
        </pc:spChg>
        <pc:spChg chg="mod">
          <ac:chgData name="김태영" userId="8443cd8f-b258-4c7c-bbdd-a870d3924868" providerId="ADAL" clId="{74BF0BFE-A616-46FE-A20B-12C5B7419670}" dt="2023-02-15T04:40:32.130" v="1018" actId="207"/>
          <ac:spMkLst>
            <pc:docMk/>
            <pc:sldMk cId="3244947736" sldId="333"/>
            <ac:spMk id="12" creationId="{878762E7-D78E-0F87-4BC7-F04F3B0BC29D}"/>
          </ac:spMkLst>
        </pc:spChg>
        <pc:grpChg chg="add mod">
          <ac:chgData name="김태영" userId="8443cd8f-b258-4c7c-bbdd-a870d3924868" providerId="ADAL" clId="{74BF0BFE-A616-46FE-A20B-12C5B7419670}" dt="2023-02-15T04:41:00.235" v="1026" actId="164"/>
          <ac:grpSpMkLst>
            <pc:docMk/>
            <pc:sldMk cId="3244947736" sldId="333"/>
            <ac:grpSpMk id="7" creationId="{D9D65E06-38D5-9A6E-7BB3-99AFA1A10526}"/>
          </ac:grpSpMkLst>
        </pc:grpChg>
      </pc:sldChg>
      <pc:sldChg chg="modSp mod modAnim">
        <pc:chgData name="김태영" userId="8443cd8f-b258-4c7c-bbdd-a870d3924868" providerId="ADAL" clId="{74BF0BFE-A616-46FE-A20B-12C5B7419670}" dt="2023-02-15T04:41:41.017" v="1033" actId="115"/>
        <pc:sldMkLst>
          <pc:docMk/>
          <pc:sldMk cId="2500195618" sldId="334"/>
        </pc:sldMkLst>
        <pc:spChg chg="mod">
          <ac:chgData name="김태영" userId="8443cd8f-b258-4c7c-bbdd-a870d3924868" providerId="ADAL" clId="{74BF0BFE-A616-46FE-A20B-12C5B7419670}" dt="2023-02-15T04:41:41.017" v="1033" actId="115"/>
          <ac:spMkLst>
            <pc:docMk/>
            <pc:sldMk cId="2500195618" sldId="334"/>
            <ac:spMk id="6" creationId="{870AB293-88DA-DAA6-5A82-99EDE2DB1243}"/>
          </ac:spMkLst>
        </pc:spChg>
        <pc:spChg chg="mod">
          <ac:chgData name="김태영" userId="8443cd8f-b258-4c7c-bbdd-a870d3924868" providerId="ADAL" clId="{74BF0BFE-A616-46FE-A20B-12C5B7419670}" dt="2023-02-15T04:41:24.704" v="1030" actId="207"/>
          <ac:spMkLst>
            <pc:docMk/>
            <pc:sldMk cId="2500195618" sldId="334"/>
            <ac:spMk id="12" creationId="{878762E7-D78E-0F87-4BC7-F04F3B0BC29D}"/>
          </ac:spMkLst>
        </pc:spChg>
      </pc:sldChg>
      <pc:sldChg chg="addSp delSp modSp mod addAnim delAnim modAnim modNotesTx">
        <pc:chgData name="김태영" userId="8443cd8f-b258-4c7c-bbdd-a870d3924868" providerId="ADAL" clId="{74BF0BFE-A616-46FE-A20B-12C5B7419670}" dt="2023-02-15T04:49:48.299" v="1170"/>
        <pc:sldMkLst>
          <pc:docMk/>
          <pc:sldMk cId="3554643889" sldId="335"/>
        </pc:sldMkLst>
        <pc:spChg chg="add 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6" creationId="{AD62EF77-5E95-FFD0-9756-186BB1D6B891}"/>
          </ac:spMkLst>
        </pc:spChg>
        <pc:spChg chg="add mod">
          <ac:chgData name="김태영" userId="8443cd8f-b258-4c7c-bbdd-a870d3924868" providerId="ADAL" clId="{74BF0BFE-A616-46FE-A20B-12C5B7419670}" dt="2023-02-15T04:48:35.584" v="1151" actId="14100"/>
          <ac:spMkLst>
            <pc:docMk/>
            <pc:sldMk cId="3554643889" sldId="335"/>
            <ac:spMk id="8" creationId="{A0A8FA0C-6025-33DF-80B2-E311ED0A4BBD}"/>
          </ac:spMkLst>
        </pc:spChg>
        <pc:spChg chg="add del mod">
          <ac:chgData name="김태영" userId="8443cd8f-b258-4c7c-bbdd-a870d3924868" providerId="ADAL" clId="{74BF0BFE-A616-46FE-A20B-12C5B7419670}" dt="2023-02-15T04:49:06.659" v="1164" actId="478"/>
          <ac:spMkLst>
            <pc:docMk/>
            <pc:sldMk cId="3554643889" sldId="335"/>
            <ac:spMk id="10" creationId="{B2BFCBF4-F125-DC68-B054-783B4BC167DF}"/>
          </ac:spMkLst>
        </pc:spChg>
        <pc:spChg chg="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12" creationId="{878762E7-D78E-0F87-4BC7-F04F3B0BC29D}"/>
          </ac:spMkLst>
        </pc:spChg>
        <pc:spChg chg="add del mod">
          <ac:chgData name="김태영" userId="8443cd8f-b258-4c7c-bbdd-a870d3924868" providerId="ADAL" clId="{74BF0BFE-A616-46FE-A20B-12C5B7419670}" dt="2023-02-15T04:49:07.291" v="1165" actId="478"/>
          <ac:spMkLst>
            <pc:docMk/>
            <pc:sldMk cId="3554643889" sldId="335"/>
            <ac:spMk id="13" creationId="{145E45DE-9820-90FF-92D8-6A0434D6D795}"/>
          </ac:spMkLst>
        </pc:spChg>
        <pc:spChg chg="add del">
          <ac:chgData name="김태영" userId="8443cd8f-b258-4c7c-bbdd-a870d3924868" providerId="ADAL" clId="{74BF0BFE-A616-46FE-A20B-12C5B7419670}" dt="2023-02-15T04:47:06.449" v="1118" actId="22"/>
          <ac:spMkLst>
            <pc:docMk/>
            <pc:sldMk cId="3554643889" sldId="335"/>
            <ac:spMk id="15" creationId="{1698CC49-6D7C-35F5-D91F-1D9D08429AC8}"/>
          </ac:spMkLst>
        </pc:spChg>
        <pc:spChg chg="add del mod">
          <ac:chgData name="김태영" userId="8443cd8f-b258-4c7c-bbdd-a870d3924868" providerId="ADAL" clId="{74BF0BFE-A616-46FE-A20B-12C5B7419670}" dt="2023-02-15T04:47:27.581" v="1132" actId="478"/>
          <ac:spMkLst>
            <pc:docMk/>
            <pc:sldMk cId="3554643889" sldId="335"/>
            <ac:spMk id="17" creationId="{999F8433-675F-26FB-B4D0-25683C06DE98}"/>
          </ac:spMkLst>
        </pc:spChg>
        <pc:spChg chg="add del mod">
          <ac:chgData name="김태영" userId="8443cd8f-b258-4c7c-bbdd-a870d3924868" providerId="ADAL" clId="{74BF0BFE-A616-46FE-A20B-12C5B7419670}" dt="2023-02-15T04:49:09.727" v="1166" actId="1076"/>
          <ac:spMkLst>
            <pc:docMk/>
            <pc:sldMk cId="3554643889" sldId="335"/>
            <ac:spMk id="18" creationId="{8ABE03D5-1823-A58A-527F-F0EC51080EAC}"/>
          </ac:spMkLst>
        </pc:spChg>
        <pc:spChg chg="add del mod">
          <ac:chgData name="김태영" userId="8443cd8f-b258-4c7c-bbdd-a870d3924868" providerId="ADAL" clId="{74BF0BFE-A616-46FE-A20B-12C5B7419670}" dt="2023-02-15T04:49:11.455" v="1167" actId="1076"/>
          <ac:spMkLst>
            <pc:docMk/>
            <pc:sldMk cId="3554643889" sldId="335"/>
            <ac:spMk id="19" creationId="{B8040465-82E6-5F06-099E-0AE3E5104407}"/>
          </ac:spMkLst>
        </pc:spChg>
        <pc:spChg chg="add 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20" creationId="{7583900E-F53D-AAE4-7CBB-E1655A528D23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1" creationId="{8FA87123-1BEE-AA31-C9F0-BFD15941588D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2" creationId="{93311EB4-3656-D753-47BA-DD7844986C4F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3" creationId="{86EDDFD7-02F5-484F-EA71-D25120499E31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4" creationId="{D287ABB3-7B56-2A79-C4EF-E466D81EEDF0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5" creationId="{8C522DE3-0016-A524-4A33-6ADB8C8722F3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6" creationId="{33BCC94A-1B87-E82A-AB4D-1BCC28D7E7E6}"/>
          </ac:spMkLst>
        </pc:spChg>
      </pc:sldChg>
    </pc:docChg>
  </pc:docChgLst>
  <pc:docChgLst>
    <pc:chgData name="김태영" userId="8443cd8f-b258-4c7c-bbdd-a870d3924868" providerId="ADAL" clId="{C5C36ED9-F913-457C-99BC-8C8BCF8243BE}"/>
    <pc:docChg chg="undo custSel addSld delSld modSld">
      <pc:chgData name="김태영" userId="8443cd8f-b258-4c7c-bbdd-a870d3924868" providerId="ADAL" clId="{C5C36ED9-F913-457C-99BC-8C8BCF8243BE}" dt="2023-09-19T23:30:20.554" v="3424" actId="115"/>
      <pc:docMkLst>
        <pc:docMk/>
      </pc:docMkLst>
      <pc:sldChg chg="addSp delSp modSp mod">
        <pc:chgData name="김태영" userId="8443cd8f-b258-4c7c-bbdd-a870d3924868" providerId="ADAL" clId="{C5C36ED9-F913-457C-99BC-8C8BCF8243BE}" dt="2023-09-19T15:58:39.850" v="20" actId="20577"/>
        <pc:sldMkLst>
          <pc:docMk/>
          <pc:sldMk cId="1718267691" sldId="270"/>
        </pc:sldMkLst>
        <pc:spChg chg="mod">
          <ac:chgData name="김태영" userId="8443cd8f-b258-4c7c-bbdd-a870d3924868" providerId="ADAL" clId="{C5C36ED9-F913-457C-99BC-8C8BCF8243BE}" dt="2023-09-19T15:58:39.850" v="20" actId="20577"/>
          <ac:spMkLst>
            <pc:docMk/>
            <pc:sldMk cId="1718267691" sldId="270"/>
            <ac:spMk id="4" creationId="{FC07B222-3617-473B-F59D-1EC58309C552}"/>
          </ac:spMkLst>
        </pc:spChg>
        <pc:picChg chg="add mod">
          <ac:chgData name="김태영" userId="8443cd8f-b258-4c7c-bbdd-a870d3924868" providerId="ADAL" clId="{C5C36ED9-F913-457C-99BC-8C8BCF8243BE}" dt="2023-09-19T15:58:22.517" v="3" actId="1076"/>
          <ac:picMkLst>
            <pc:docMk/>
            <pc:sldMk cId="1718267691" sldId="270"/>
            <ac:picMk id="3" creationId="{7A76C13D-E74F-15D3-2FA1-676B18F5FA4A}"/>
          </ac:picMkLst>
        </pc:picChg>
        <pc:picChg chg="del">
          <ac:chgData name="김태영" userId="8443cd8f-b258-4c7c-bbdd-a870d3924868" providerId="ADAL" clId="{C5C36ED9-F913-457C-99BC-8C8BCF8243BE}" dt="2023-09-19T15:58:16.925" v="0" actId="478"/>
          <ac:picMkLst>
            <pc:docMk/>
            <pc:sldMk cId="1718267691" sldId="270"/>
            <ac:picMk id="5" creationId="{75B5E8DB-4961-94A8-44EC-BC184B298414}"/>
          </ac:picMkLst>
        </pc:picChg>
      </pc:sldChg>
      <pc:sldChg chg="addSp delSp modSp add del mod modNotesTx">
        <pc:chgData name="김태영" userId="8443cd8f-b258-4c7c-bbdd-a870d3924868" providerId="ADAL" clId="{C5C36ED9-F913-457C-99BC-8C8BCF8243BE}" dt="2023-09-19T23:30:20.554" v="3424" actId="115"/>
        <pc:sldMkLst>
          <pc:docMk/>
          <pc:sldMk cId="3224837462" sldId="311"/>
        </pc:sldMkLst>
        <pc:spChg chg="mod">
          <ac:chgData name="김태영" userId="8443cd8f-b258-4c7c-bbdd-a870d3924868" providerId="ADAL" clId="{C5C36ED9-F913-457C-99BC-8C8BCF8243BE}" dt="2023-09-19T15:59:04.039" v="42" actId="20577"/>
          <ac:spMkLst>
            <pc:docMk/>
            <pc:sldMk cId="3224837462" sldId="311"/>
            <ac:spMk id="3" creationId="{7AF2682B-9D3A-04E2-A34C-9196EC9F7072}"/>
          </ac:spMkLst>
        </pc:spChg>
        <pc:spChg chg="mod">
          <ac:chgData name="김태영" userId="8443cd8f-b258-4c7c-bbdd-a870d3924868" providerId="ADAL" clId="{C5C36ED9-F913-457C-99BC-8C8BCF8243BE}" dt="2023-09-19T22:55:14.972" v="2463" actId="1076"/>
          <ac:spMkLst>
            <pc:docMk/>
            <pc:sldMk cId="3224837462" sldId="311"/>
            <ac:spMk id="4" creationId="{F9E0F579-8F32-ED24-78E6-88ECBFB938C2}"/>
          </ac:spMkLst>
        </pc:spChg>
        <pc:spChg chg="del">
          <ac:chgData name="김태영" userId="8443cd8f-b258-4c7c-bbdd-a870d3924868" providerId="ADAL" clId="{C5C36ED9-F913-457C-99BC-8C8BCF8243BE}" dt="2023-09-19T15:58:52.850" v="24" actId="478"/>
          <ac:spMkLst>
            <pc:docMk/>
            <pc:sldMk cId="3224837462" sldId="311"/>
            <ac:spMk id="5" creationId="{BFCF86AE-7845-2B80-8716-64084DDDA742}"/>
          </ac:spMkLst>
        </pc:spChg>
        <pc:spChg chg="add mod">
          <ac:chgData name="김태영" userId="8443cd8f-b258-4c7c-bbdd-a870d3924868" providerId="ADAL" clId="{C5C36ED9-F913-457C-99BC-8C8BCF8243BE}" dt="2023-09-19T23:28:41.418" v="3403" actId="1076"/>
          <ac:spMkLst>
            <pc:docMk/>
            <pc:sldMk cId="3224837462" sldId="311"/>
            <ac:spMk id="5" creationId="{D18AD2C1-5BD5-DE65-555B-93A08CF044BF}"/>
          </ac:spMkLst>
        </pc:spChg>
        <pc:spChg chg="del mod">
          <ac:chgData name="김태영" userId="8443cd8f-b258-4c7c-bbdd-a870d3924868" providerId="ADAL" clId="{C5C36ED9-F913-457C-99BC-8C8BCF8243BE}" dt="2023-09-19T15:58:55.628" v="26" actId="478"/>
          <ac:spMkLst>
            <pc:docMk/>
            <pc:sldMk cId="3224837462" sldId="311"/>
            <ac:spMk id="6" creationId="{4EB07CE2-DABF-B436-DAEA-ABC465D4B9CF}"/>
          </ac:spMkLst>
        </pc:spChg>
        <pc:spChg chg="add mod">
          <ac:chgData name="김태영" userId="8443cd8f-b258-4c7c-bbdd-a870d3924868" providerId="ADAL" clId="{C5C36ED9-F913-457C-99BC-8C8BCF8243BE}" dt="2023-09-19T23:27:49.158" v="3390" actId="571"/>
          <ac:spMkLst>
            <pc:docMk/>
            <pc:sldMk cId="3224837462" sldId="311"/>
            <ac:spMk id="6" creationId="{77B534B2-0786-5371-4CB5-653B5AB16D34}"/>
          </ac:spMkLst>
        </pc:spChg>
        <pc:spChg chg="add mod">
          <ac:chgData name="김태영" userId="8443cd8f-b258-4c7c-bbdd-a870d3924868" providerId="ADAL" clId="{C5C36ED9-F913-457C-99BC-8C8BCF8243BE}" dt="2023-09-19T23:28:41.418" v="3403" actId="1076"/>
          <ac:spMkLst>
            <pc:docMk/>
            <pc:sldMk cId="3224837462" sldId="311"/>
            <ac:spMk id="7" creationId="{97903352-67C2-8581-60CC-36ED20C7DDC9}"/>
          </ac:spMkLst>
        </pc:spChg>
        <pc:spChg chg="add mod">
          <ac:chgData name="김태영" userId="8443cd8f-b258-4c7c-bbdd-a870d3924868" providerId="ADAL" clId="{C5C36ED9-F913-457C-99BC-8C8BCF8243BE}" dt="2023-09-19T23:27:49.158" v="3390" actId="571"/>
          <ac:spMkLst>
            <pc:docMk/>
            <pc:sldMk cId="3224837462" sldId="311"/>
            <ac:spMk id="8" creationId="{24A4975A-E9A9-DB59-6C79-64C8BAFC33E5}"/>
          </ac:spMkLst>
        </pc:spChg>
        <pc:spChg chg="add del mod">
          <ac:chgData name="김태영" userId="8443cd8f-b258-4c7c-bbdd-a870d3924868" providerId="ADAL" clId="{C5C36ED9-F913-457C-99BC-8C8BCF8243BE}" dt="2023-09-19T23:25:06.449" v="3198" actId="478"/>
          <ac:spMkLst>
            <pc:docMk/>
            <pc:sldMk cId="3224837462" sldId="311"/>
            <ac:spMk id="9" creationId="{AEA03411-CDD8-C4CF-3D8F-E0CE1C53105F}"/>
          </ac:spMkLst>
        </pc:spChg>
        <pc:spChg chg="add del mod">
          <ac:chgData name="김태영" userId="8443cd8f-b258-4c7c-bbdd-a870d3924868" providerId="ADAL" clId="{C5C36ED9-F913-457C-99BC-8C8BCF8243BE}" dt="2023-09-19T23:25:06.449" v="3198" actId="478"/>
          <ac:spMkLst>
            <pc:docMk/>
            <pc:sldMk cId="3224837462" sldId="311"/>
            <ac:spMk id="10" creationId="{A2848854-E9E4-1086-A53C-01FC44B8547D}"/>
          </ac:spMkLst>
        </pc:spChg>
        <pc:spChg chg="add del mod">
          <ac:chgData name="김태영" userId="8443cd8f-b258-4c7c-bbdd-a870d3924868" providerId="ADAL" clId="{C5C36ED9-F913-457C-99BC-8C8BCF8243BE}" dt="2023-09-19T23:24:08.044" v="3084" actId="478"/>
          <ac:spMkLst>
            <pc:docMk/>
            <pc:sldMk cId="3224837462" sldId="311"/>
            <ac:spMk id="11" creationId="{ECDF8E72-CF1F-BC04-60B0-AC572867B800}"/>
          </ac:spMkLst>
        </pc:spChg>
        <pc:spChg chg="add mod">
          <ac:chgData name="김태영" userId="8443cd8f-b258-4c7c-bbdd-a870d3924868" providerId="ADAL" clId="{C5C36ED9-F913-457C-99BC-8C8BCF8243BE}" dt="2023-09-19T23:28:46.841" v="3404" actId="1076"/>
          <ac:spMkLst>
            <pc:docMk/>
            <pc:sldMk cId="3224837462" sldId="311"/>
            <ac:spMk id="12" creationId="{ED12F78E-F794-4DA6-56C8-694F6B7904DE}"/>
          </ac:spMkLst>
        </pc:spChg>
        <pc:spChg chg="add mod">
          <ac:chgData name="김태영" userId="8443cd8f-b258-4c7c-bbdd-a870d3924868" providerId="ADAL" clId="{C5C36ED9-F913-457C-99BC-8C8BCF8243BE}" dt="2023-09-19T23:29:07.005" v="3410" actId="208"/>
          <ac:spMkLst>
            <pc:docMk/>
            <pc:sldMk cId="3224837462" sldId="311"/>
            <ac:spMk id="13" creationId="{334937B3-D19A-AE8D-F3E6-A4091D73CBD1}"/>
          </ac:spMkLst>
        </pc:spChg>
        <pc:spChg chg="add mod">
          <ac:chgData name="김태영" userId="8443cd8f-b258-4c7c-bbdd-a870d3924868" providerId="ADAL" clId="{C5C36ED9-F913-457C-99BC-8C8BCF8243BE}" dt="2023-09-19T16:19:11.851" v="221" actId="571"/>
          <ac:spMkLst>
            <pc:docMk/>
            <pc:sldMk cId="3224837462" sldId="311"/>
            <ac:spMk id="13" creationId="{EF8C7EBC-02E3-FE60-96B3-63E523A7330D}"/>
          </ac:spMkLst>
        </pc:spChg>
        <pc:spChg chg="del">
          <ac:chgData name="김태영" userId="8443cd8f-b258-4c7c-bbdd-a870d3924868" providerId="ADAL" clId="{C5C36ED9-F913-457C-99BC-8C8BCF8243BE}" dt="2023-09-19T15:58:48.537" v="22" actId="478"/>
          <ac:spMkLst>
            <pc:docMk/>
            <pc:sldMk cId="3224837462" sldId="311"/>
            <ac:spMk id="14" creationId="{880D09F0-9EEF-598C-A9C6-25921543C17E}"/>
          </ac:spMkLst>
        </pc:spChg>
        <pc:spChg chg="add mod ord">
          <ac:chgData name="김태영" userId="8443cd8f-b258-4c7c-bbdd-a870d3924868" providerId="ADAL" clId="{C5C36ED9-F913-457C-99BC-8C8BCF8243BE}" dt="2023-09-19T23:29:32.015" v="3416" actId="14100"/>
          <ac:spMkLst>
            <pc:docMk/>
            <pc:sldMk cId="3224837462" sldId="311"/>
            <ac:spMk id="14" creationId="{FAA7DB82-733D-6C43-19F3-3A9FE7F23567}"/>
          </ac:spMkLst>
        </pc:spChg>
        <pc:spChg chg="add del mod">
          <ac:chgData name="김태영" userId="8443cd8f-b258-4c7c-bbdd-a870d3924868" providerId="ADAL" clId="{C5C36ED9-F913-457C-99BC-8C8BCF8243BE}" dt="2023-09-19T16:19:11.609" v="220"/>
          <ac:spMkLst>
            <pc:docMk/>
            <pc:sldMk cId="3224837462" sldId="311"/>
            <ac:spMk id="15" creationId="{8D92157C-3258-1662-B7FC-60ED38DE6033}"/>
          </ac:spMkLst>
        </pc:spChg>
        <pc:spChg chg="add mod">
          <ac:chgData name="김태영" userId="8443cd8f-b258-4c7c-bbdd-a870d3924868" providerId="ADAL" clId="{C5C36ED9-F913-457C-99BC-8C8BCF8243BE}" dt="2023-09-19T23:28:46.841" v="3404" actId="1076"/>
          <ac:spMkLst>
            <pc:docMk/>
            <pc:sldMk cId="3224837462" sldId="311"/>
            <ac:spMk id="16" creationId="{795E8AB8-A572-42D1-2947-F02B520DD273}"/>
          </ac:spMkLst>
        </pc:spChg>
        <pc:spChg chg="add del mod">
          <ac:chgData name="김태영" userId="8443cd8f-b258-4c7c-bbdd-a870d3924868" providerId="ADAL" clId="{C5C36ED9-F913-457C-99BC-8C8BCF8243BE}" dt="2023-09-19T17:02:06.718" v="2156" actId="478"/>
          <ac:spMkLst>
            <pc:docMk/>
            <pc:sldMk cId="3224837462" sldId="311"/>
            <ac:spMk id="17" creationId="{9AF00649-6627-F116-05DD-7711B88FABD8}"/>
          </ac:spMkLst>
        </pc:spChg>
        <pc:spChg chg="add mod">
          <ac:chgData name="김태영" userId="8443cd8f-b258-4c7c-bbdd-a870d3924868" providerId="ADAL" clId="{C5C36ED9-F913-457C-99BC-8C8BCF8243BE}" dt="2023-09-19T23:28:50.518" v="3405" actId="1076"/>
          <ac:spMkLst>
            <pc:docMk/>
            <pc:sldMk cId="3224837462" sldId="311"/>
            <ac:spMk id="19" creationId="{B4306B68-0D3C-9D6D-B04E-AF25C5B2849A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20" creationId="{E17CF109-E881-1D7D-3C1D-EBBDB0439F42}"/>
          </ac:spMkLst>
        </pc:spChg>
        <pc:spChg chg="add mod">
          <ac:chgData name="김태영" userId="8443cd8f-b258-4c7c-bbdd-a870d3924868" providerId="ADAL" clId="{C5C36ED9-F913-457C-99BC-8C8BCF8243BE}" dt="2023-09-19T23:29:55.478" v="3419" actId="113"/>
          <ac:spMkLst>
            <pc:docMk/>
            <pc:sldMk cId="3224837462" sldId="311"/>
            <ac:spMk id="21" creationId="{29474915-0DE7-8C3C-B8DA-EA420778B847}"/>
          </ac:spMkLst>
        </pc:spChg>
        <pc:spChg chg="add mod">
          <ac:chgData name="김태영" userId="8443cd8f-b258-4c7c-bbdd-a870d3924868" providerId="ADAL" clId="{C5C36ED9-F913-457C-99BC-8C8BCF8243BE}" dt="2023-09-19T23:29:59.908" v="3420" actId="113"/>
          <ac:spMkLst>
            <pc:docMk/>
            <pc:sldMk cId="3224837462" sldId="311"/>
            <ac:spMk id="22" creationId="{B1D7E521-B269-4CC7-0086-4FE597DDE5AC}"/>
          </ac:spMkLst>
        </pc:spChg>
        <pc:spChg chg="add mod">
          <ac:chgData name="김태영" userId="8443cd8f-b258-4c7c-bbdd-a870d3924868" providerId="ADAL" clId="{C5C36ED9-F913-457C-99BC-8C8BCF8243BE}" dt="2023-09-19T23:30:20.554" v="3424" actId="115"/>
          <ac:spMkLst>
            <pc:docMk/>
            <pc:sldMk cId="3224837462" sldId="311"/>
            <ac:spMk id="23" creationId="{523DDF2E-C8CF-B168-6B9B-73C5F3D4F891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24" creationId="{7CCE49B9-C5E2-969C-FF05-0EDC78078F3A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25" creationId="{39405134-EBDA-7554-8038-BACB371BE934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29" creationId="{A7D60C80-871B-45CB-FE6A-219772D3EC85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34" creationId="{F7B7CC05-F05C-A558-E3C5-A637686A864D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42" creationId="{E9A65EB1-5F0E-C9E0-3ACA-BFE694181551}"/>
          </ac:spMkLst>
        </pc:spChg>
        <pc:spChg chg="del">
          <ac:chgData name="김태영" userId="8443cd8f-b258-4c7c-bbdd-a870d3924868" providerId="ADAL" clId="{C5C36ED9-F913-457C-99BC-8C8BCF8243BE}" dt="2023-09-19T15:58:51.083" v="23" actId="478"/>
          <ac:spMkLst>
            <pc:docMk/>
            <pc:sldMk cId="3224837462" sldId="311"/>
            <ac:spMk id="43" creationId="{1C0584B8-1729-3B97-9D76-47F6984A9ACC}"/>
          </ac:spMkLst>
        </pc:spChg>
        <pc:picChg chg="del">
          <ac:chgData name="김태영" userId="8443cd8f-b258-4c7c-bbdd-a870d3924868" providerId="ADAL" clId="{C5C36ED9-F913-457C-99BC-8C8BCF8243BE}" dt="2023-09-19T15:58:51.083" v="23" actId="478"/>
          <ac:picMkLst>
            <pc:docMk/>
            <pc:sldMk cId="3224837462" sldId="311"/>
            <ac:picMk id="8" creationId="{E945E05A-B4CF-95FF-8B78-E2DB3D96FC7D}"/>
          </ac:picMkLst>
        </pc:picChg>
        <pc:cxnChg chg="del mod">
          <ac:chgData name="김태영" userId="8443cd8f-b258-4c7c-bbdd-a870d3924868" providerId="ADAL" clId="{C5C36ED9-F913-457C-99BC-8C8BCF8243BE}" dt="2023-09-19T15:58:51.083" v="23" actId="478"/>
          <ac:cxnSpMkLst>
            <pc:docMk/>
            <pc:sldMk cId="3224837462" sldId="311"/>
            <ac:cxnSpMk id="27" creationId="{9289AB77-8776-8C8C-0FA6-1E365658D140}"/>
          </ac:cxnSpMkLst>
        </pc:cxnChg>
        <pc:cxnChg chg="del mod">
          <ac:chgData name="김태영" userId="8443cd8f-b258-4c7c-bbdd-a870d3924868" providerId="ADAL" clId="{C5C36ED9-F913-457C-99BC-8C8BCF8243BE}" dt="2023-09-19T15:58:51.083" v="23" actId="478"/>
          <ac:cxnSpMkLst>
            <pc:docMk/>
            <pc:sldMk cId="3224837462" sldId="311"/>
            <ac:cxnSpMk id="35" creationId="{28046E4A-65B2-54CC-6932-2FBDF4E06A54}"/>
          </ac:cxnSpMkLst>
        </pc:cxnChg>
        <pc:cxnChg chg="del mod">
          <ac:chgData name="김태영" userId="8443cd8f-b258-4c7c-bbdd-a870d3924868" providerId="ADAL" clId="{C5C36ED9-F913-457C-99BC-8C8BCF8243BE}" dt="2023-09-19T15:58:51.083" v="23" actId="478"/>
          <ac:cxnSpMkLst>
            <pc:docMk/>
            <pc:sldMk cId="3224837462" sldId="311"/>
            <ac:cxnSpMk id="44" creationId="{A682C182-3D7B-B2CF-0A70-0641CC251F1E}"/>
          </ac:cxnSpMkLst>
        </pc:cxnChg>
      </pc:sldChg>
      <pc:sldChg chg="del">
        <pc:chgData name="김태영" userId="8443cd8f-b258-4c7c-bbdd-a870d3924868" providerId="ADAL" clId="{C5C36ED9-F913-457C-99BC-8C8BCF8243BE}" dt="2023-09-19T15:58:57.888" v="29" actId="47"/>
        <pc:sldMkLst>
          <pc:docMk/>
          <pc:sldMk cId="2550927111" sldId="312"/>
        </pc:sldMkLst>
      </pc:sldChg>
      <pc:sldChg chg="addSp modSp add mod modNotesTx">
        <pc:chgData name="김태영" userId="8443cd8f-b258-4c7c-bbdd-a870d3924868" providerId="ADAL" clId="{C5C36ED9-F913-457C-99BC-8C8BCF8243BE}" dt="2023-09-19T23:23:51.810" v="3079" actId="114"/>
        <pc:sldMkLst>
          <pc:docMk/>
          <pc:sldMk cId="3457167902" sldId="312"/>
        </pc:sldMkLst>
        <pc:spChg chg="mod">
          <ac:chgData name="김태영" userId="8443cd8f-b258-4c7c-bbdd-a870d3924868" providerId="ADAL" clId="{C5C36ED9-F913-457C-99BC-8C8BCF8243BE}" dt="2023-09-19T16:03:40.582" v="56" actId="20577"/>
          <ac:spMkLst>
            <pc:docMk/>
            <pc:sldMk cId="3457167902" sldId="312"/>
            <ac:spMk id="3" creationId="{7AF2682B-9D3A-04E2-A34C-9196EC9F7072}"/>
          </ac:spMkLst>
        </pc:spChg>
        <pc:spChg chg="add mod">
          <ac:chgData name="김태영" userId="8443cd8f-b258-4c7c-bbdd-a870d3924868" providerId="ADAL" clId="{C5C36ED9-F913-457C-99BC-8C8BCF8243BE}" dt="2023-09-19T17:01:16.031" v="2154" actId="403"/>
          <ac:spMkLst>
            <pc:docMk/>
            <pc:sldMk cId="3457167902" sldId="312"/>
            <ac:spMk id="5" creationId="{E14B612D-32B7-D968-D57A-C6AB53F099EF}"/>
          </ac:spMkLst>
        </pc:spChg>
        <pc:spChg chg="add mod">
          <ac:chgData name="김태영" userId="8443cd8f-b258-4c7c-bbdd-a870d3924868" providerId="ADAL" clId="{C5C36ED9-F913-457C-99BC-8C8BCF8243BE}" dt="2023-09-19T16:53:07.184" v="1532" actId="1076"/>
          <ac:spMkLst>
            <pc:docMk/>
            <pc:sldMk cId="3457167902" sldId="312"/>
            <ac:spMk id="6" creationId="{9DFA0929-B9B2-5D4E-0B65-71138B48E1D0}"/>
          </ac:spMkLst>
        </pc:spChg>
        <pc:spChg chg="add mod">
          <ac:chgData name="김태영" userId="8443cd8f-b258-4c7c-bbdd-a870d3924868" providerId="ADAL" clId="{C5C36ED9-F913-457C-99BC-8C8BCF8243BE}" dt="2023-09-19T23:13:10.328" v="2757" actId="1076"/>
          <ac:spMkLst>
            <pc:docMk/>
            <pc:sldMk cId="3457167902" sldId="312"/>
            <ac:spMk id="7" creationId="{7A9AA6C7-68E4-C840-7A55-724FD66A4725}"/>
          </ac:spMkLst>
        </pc:spChg>
        <pc:spChg chg="add mod">
          <ac:chgData name="김태영" userId="8443cd8f-b258-4c7c-bbdd-a870d3924868" providerId="ADAL" clId="{C5C36ED9-F913-457C-99BC-8C8BCF8243BE}" dt="2023-09-19T23:23:51.810" v="3079" actId="114"/>
          <ac:spMkLst>
            <pc:docMk/>
            <pc:sldMk cId="3457167902" sldId="312"/>
            <ac:spMk id="8" creationId="{793D8B87-DB20-225A-1ED0-3742E0CADED9}"/>
          </ac:spMkLst>
        </pc:spChg>
        <pc:picChg chg="add mod">
          <ac:chgData name="김태영" userId="8443cd8f-b258-4c7c-bbdd-a870d3924868" providerId="ADAL" clId="{C5C36ED9-F913-457C-99BC-8C8BCF8243BE}" dt="2023-09-19T23:22:16.910" v="2909" actId="1076"/>
          <ac:picMkLst>
            <pc:docMk/>
            <pc:sldMk cId="3457167902" sldId="312"/>
            <ac:picMk id="10" creationId="{FCD45EA7-B027-DCBD-2DF7-0DAC197C71F3}"/>
          </ac:picMkLst>
        </pc:picChg>
      </pc:sldChg>
      <pc:sldChg chg="addSp modSp add mod">
        <pc:chgData name="김태영" userId="8443cd8f-b258-4c7c-bbdd-a870d3924868" providerId="ADAL" clId="{C5C36ED9-F913-457C-99BC-8C8BCF8243BE}" dt="2023-09-19T16:54:25.821" v="1840" actId="20577"/>
        <pc:sldMkLst>
          <pc:docMk/>
          <pc:sldMk cId="28078923" sldId="313"/>
        </pc:sldMkLst>
        <pc:spChg chg="mod">
          <ac:chgData name="김태영" userId="8443cd8f-b258-4c7c-bbdd-a870d3924868" providerId="ADAL" clId="{C5C36ED9-F913-457C-99BC-8C8BCF8243BE}" dt="2023-09-19T16:03:46.314" v="72" actId="20577"/>
          <ac:spMkLst>
            <pc:docMk/>
            <pc:sldMk cId="28078923" sldId="313"/>
            <ac:spMk id="3" creationId="{7AF2682B-9D3A-04E2-A34C-9196EC9F7072}"/>
          </ac:spMkLst>
        </pc:spChg>
        <pc:spChg chg="add mod">
          <ac:chgData name="김태영" userId="8443cd8f-b258-4c7c-bbdd-a870d3924868" providerId="ADAL" clId="{C5C36ED9-F913-457C-99BC-8C8BCF8243BE}" dt="2023-09-19T16:54:25.821" v="1840" actId="20577"/>
          <ac:spMkLst>
            <pc:docMk/>
            <pc:sldMk cId="28078923" sldId="313"/>
            <ac:spMk id="5" creationId="{3F8DB674-F2D8-CC2B-8C01-B6C7C5740FA3}"/>
          </ac:spMkLst>
        </pc:spChg>
      </pc:sldChg>
      <pc:sldChg chg="del">
        <pc:chgData name="김태영" userId="8443cd8f-b258-4c7c-bbdd-a870d3924868" providerId="ADAL" clId="{C5C36ED9-F913-457C-99BC-8C8BCF8243BE}" dt="2023-09-19T15:58:59.990" v="32" actId="47"/>
        <pc:sldMkLst>
          <pc:docMk/>
          <pc:sldMk cId="1377375374" sldId="314"/>
        </pc:sldMkLst>
      </pc:sldChg>
      <pc:sldChg chg="del">
        <pc:chgData name="김태영" userId="8443cd8f-b258-4c7c-bbdd-a870d3924868" providerId="ADAL" clId="{C5C36ED9-F913-457C-99BC-8C8BCF8243BE}" dt="2023-09-19T15:58:58.186" v="30" actId="47"/>
        <pc:sldMkLst>
          <pc:docMk/>
          <pc:sldMk cId="3097041837" sldId="315"/>
        </pc:sldMkLst>
      </pc:sldChg>
      <pc:sldChg chg="del">
        <pc:chgData name="김태영" userId="8443cd8f-b258-4c7c-bbdd-a870d3924868" providerId="ADAL" clId="{C5C36ED9-F913-457C-99BC-8C8BCF8243BE}" dt="2023-09-19T15:58:57.470" v="27" actId="47"/>
        <pc:sldMkLst>
          <pc:docMk/>
          <pc:sldMk cId="1818216410" sldId="316"/>
        </pc:sldMkLst>
      </pc:sldChg>
      <pc:sldChg chg="del">
        <pc:chgData name="김태영" userId="8443cd8f-b258-4c7c-bbdd-a870d3924868" providerId="ADAL" clId="{C5C36ED9-F913-457C-99BC-8C8BCF8243BE}" dt="2023-09-19T15:58:57.686" v="28" actId="47"/>
        <pc:sldMkLst>
          <pc:docMk/>
          <pc:sldMk cId="3385252185" sldId="317"/>
        </pc:sldMkLst>
      </pc:sldChg>
      <pc:sldChg chg="del">
        <pc:chgData name="김태영" userId="8443cd8f-b258-4c7c-bbdd-a870d3924868" providerId="ADAL" clId="{C5C36ED9-F913-457C-99BC-8C8BCF8243BE}" dt="2023-09-19T15:58:58.614" v="31" actId="47"/>
        <pc:sldMkLst>
          <pc:docMk/>
          <pc:sldMk cId="1920870630" sldId="318"/>
        </pc:sldMkLst>
      </pc:sldChg>
    </pc:docChg>
  </pc:docChgLst>
  <pc:docChgLst>
    <pc:chgData name="김태영" userId="8443cd8f-b258-4c7c-bbdd-a870d3924868" providerId="ADAL" clId="{8B6B271A-6E29-4D1D-A16A-3E03E8FBF7C3}"/>
    <pc:docChg chg="modSld">
      <pc:chgData name="김태영" userId="8443cd8f-b258-4c7c-bbdd-a870d3924868" providerId="ADAL" clId="{8B6B271A-6E29-4D1D-A16A-3E03E8FBF7C3}" dt="2023-03-20T18:06:10.548" v="0"/>
      <pc:docMkLst>
        <pc:docMk/>
      </pc:docMkLst>
      <pc:sldChg chg="modAnim">
        <pc:chgData name="김태영" userId="8443cd8f-b258-4c7c-bbdd-a870d3924868" providerId="ADAL" clId="{8B6B271A-6E29-4D1D-A16A-3E03E8FBF7C3}" dt="2023-03-20T18:06:10.548" v="0"/>
        <pc:sldMkLst>
          <pc:docMk/>
          <pc:sldMk cId="1377375374" sldId="314"/>
        </pc:sldMkLst>
      </pc:sldChg>
    </pc:docChg>
  </pc:docChgLst>
  <pc:docChgLst>
    <pc:chgData name="김태영" userId="8443cd8f-b258-4c7c-bbdd-a870d3924868" providerId="ADAL" clId="{80959934-BBBA-4E33-B6AD-4B5099CA8187}"/>
    <pc:docChg chg="custSel addSld delSld modSld sldOrd">
      <pc:chgData name="김태영" userId="8443cd8f-b258-4c7c-bbdd-a870d3924868" providerId="ADAL" clId="{80959934-BBBA-4E33-B6AD-4B5099CA8187}" dt="2021-10-06T07:28:15.216" v="1254"/>
      <pc:docMkLst>
        <pc:docMk/>
      </pc:docMkLst>
      <pc:sldChg chg="modSp new mod modNotesTx">
        <pc:chgData name="김태영" userId="8443cd8f-b258-4c7c-bbdd-a870d3924868" providerId="ADAL" clId="{80959934-BBBA-4E33-B6AD-4B5099CA8187}" dt="2021-10-06T07:18:28.081" v="517" actId="20577"/>
        <pc:sldMkLst>
          <pc:docMk/>
          <pc:sldMk cId="1823526600" sldId="260"/>
        </pc:sldMkLst>
        <pc:spChg chg="mod">
          <ac:chgData name="김태영" userId="8443cd8f-b258-4c7c-bbdd-a870d3924868" providerId="ADAL" clId="{80959934-BBBA-4E33-B6AD-4B5099CA8187}" dt="2021-10-06T03:27:23.387" v="33" actId="20577"/>
          <ac:spMkLst>
            <pc:docMk/>
            <pc:sldMk cId="1823526600" sldId="260"/>
            <ac:spMk id="2" creationId="{4296C45E-A263-4BF1-8174-C311E6CFF7A3}"/>
          </ac:spMkLst>
        </pc:spChg>
      </pc:sldChg>
      <pc:sldChg chg="add del">
        <pc:chgData name="김태영" userId="8443cd8f-b258-4c7c-bbdd-a870d3924868" providerId="ADAL" clId="{80959934-BBBA-4E33-B6AD-4B5099CA8187}" dt="2021-10-06T03:25:46.992" v="1" actId="47"/>
        <pc:sldMkLst>
          <pc:docMk/>
          <pc:sldMk cId="3190228266" sldId="260"/>
        </pc:sldMkLst>
      </pc:sldChg>
      <pc:sldChg chg="addSp delSp modSp add mod modNotesTx">
        <pc:chgData name="김태영" userId="8443cd8f-b258-4c7c-bbdd-a870d3924868" providerId="ADAL" clId="{80959934-BBBA-4E33-B6AD-4B5099CA8187}" dt="2021-10-06T07:25:09.744" v="901" actId="1076"/>
        <pc:sldMkLst>
          <pc:docMk/>
          <pc:sldMk cId="3360225854" sldId="261"/>
        </pc:sldMkLst>
        <pc:spChg chg="del">
          <ac:chgData name="김태영" userId="8443cd8f-b258-4c7c-bbdd-a870d3924868" providerId="ADAL" clId="{80959934-BBBA-4E33-B6AD-4B5099CA8187}" dt="2021-10-06T07:19:01.203" v="519" actId="478"/>
          <ac:spMkLst>
            <pc:docMk/>
            <pc:sldMk cId="3360225854" sldId="261"/>
            <ac:spMk id="3" creationId="{16AA9A5C-AA16-4D3E-B4B9-4B233F649D7D}"/>
          </ac:spMkLst>
        </pc:spChg>
        <pc:picChg chg="add mod">
          <ac:chgData name="김태영" userId="8443cd8f-b258-4c7c-bbdd-a870d3924868" providerId="ADAL" clId="{80959934-BBBA-4E33-B6AD-4B5099CA8187}" dt="2021-10-06T07:19:03.264" v="521" actId="1076"/>
          <ac:picMkLst>
            <pc:docMk/>
            <pc:sldMk cId="3360225854" sldId="261"/>
            <ac:picMk id="5" creationId="{B657E723-6CB6-4536-907B-D737A41C424F}"/>
          </ac:picMkLst>
        </pc:picChg>
        <pc:picChg chg="add mod">
          <ac:chgData name="김태영" userId="8443cd8f-b258-4c7c-bbdd-a870d3924868" providerId="ADAL" clId="{80959934-BBBA-4E33-B6AD-4B5099CA8187}" dt="2021-10-06T07:19:17.984" v="527" actId="1076"/>
          <ac:picMkLst>
            <pc:docMk/>
            <pc:sldMk cId="3360225854" sldId="261"/>
            <ac:picMk id="7" creationId="{9F005E4A-D24B-4F98-B486-7F6FE195D3AB}"/>
          </ac:picMkLst>
        </pc:picChg>
        <pc:picChg chg="add mod">
          <ac:chgData name="김태영" userId="8443cd8f-b258-4c7c-bbdd-a870d3924868" providerId="ADAL" clId="{80959934-BBBA-4E33-B6AD-4B5099CA8187}" dt="2021-10-06T07:25:09.744" v="901" actId="1076"/>
          <ac:picMkLst>
            <pc:docMk/>
            <pc:sldMk cId="3360225854" sldId="261"/>
            <ac:picMk id="8" creationId="{5C74D17F-F56F-41CB-9587-9D115B1422DB}"/>
          </ac:picMkLst>
        </pc:picChg>
        <pc:picChg chg="add mod">
          <ac:chgData name="김태영" userId="8443cd8f-b258-4c7c-bbdd-a870d3924868" providerId="ADAL" clId="{80959934-BBBA-4E33-B6AD-4B5099CA8187}" dt="2021-10-06T07:25:08.072" v="899" actId="1076"/>
          <ac:picMkLst>
            <pc:docMk/>
            <pc:sldMk cId="3360225854" sldId="261"/>
            <ac:picMk id="9" creationId="{82452D8F-7D01-4C3C-870F-FBBCF2E83C25}"/>
          </ac:picMkLst>
        </pc:picChg>
      </pc:sldChg>
      <pc:sldChg chg="addSp delSp modSp add mod ord modNotesTx">
        <pc:chgData name="김태영" userId="8443cd8f-b258-4c7c-bbdd-a870d3924868" providerId="ADAL" clId="{80959934-BBBA-4E33-B6AD-4B5099CA8187}" dt="2021-10-06T07:28:15.216" v="1254"/>
        <pc:sldMkLst>
          <pc:docMk/>
          <pc:sldMk cId="56274150" sldId="262"/>
        </pc:sldMkLst>
        <pc:picChg chg="add mod">
          <ac:chgData name="김태영" userId="8443cd8f-b258-4c7c-bbdd-a870d3924868" providerId="ADAL" clId="{80959934-BBBA-4E33-B6AD-4B5099CA8187}" dt="2021-10-06T07:24:26.529" v="891" actId="1076"/>
          <ac:picMkLst>
            <pc:docMk/>
            <pc:sldMk cId="56274150" sldId="262"/>
            <ac:picMk id="4" creationId="{4389EF92-8B0C-4400-B2D5-24E1A869362F}"/>
          </ac:picMkLst>
        </pc:picChg>
        <pc:picChg chg="del">
          <ac:chgData name="김태영" userId="8443cd8f-b258-4c7c-bbdd-a870d3924868" providerId="ADAL" clId="{80959934-BBBA-4E33-B6AD-4B5099CA8187}" dt="2021-10-06T07:19:40.648" v="529" actId="478"/>
          <ac:picMkLst>
            <pc:docMk/>
            <pc:sldMk cId="56274150" sldId="262"/>
            <ac:picMk id="5" creationId="{B657E723-6CB6-4536-907B-D737A41C424F}"/>
          </ac:picMkLst>
        </pc:picChg>
        <pc:picChg chg="del">
          <ac:chgData name="김태영" userId="8443cd8f-b258-4c7c-bbdd-a870d3924868" providerId="ADAL" clId="{80959934-BBBA-4E33-B6AD-4B5099CA8187}" dt="2021-10-06T07:19:41.017" v="530" actId="478"/>
          <ac:picMkLst>
            <pc:docMk/>
            <pc:sldMk cId="56274150" sldId="262"/>
            <ac:picMk id="7" creationId="{9F005E4A-D24B-4F98-B486-7F6FE195D3AB}"/>
          </ac:picMkLst>
        </pc:picChg>
        <pc:picChg chg="add del mod">
          <ac:chgData name="김태영" userId="8443cd8f-b258-4c7c-bbdd-a870d3924868" providerId="ADAL" clId="{80959934-BBBA-4E33-B6AD-4B5099CA8187}" dt="2021-10-06T07:25:01.996" v="897" actId="21"/>
          <ac:picMkLst>
            <pc:docMk/>
            <pc:sldMk cId="56274150" sldId="262"/>
            <ac:picMk id="8" creationId="{75D9A384-DB4E-47B7-9608-3F41292BF85F}"/>
          </ac:picMkLst>
        </pc:picChg>
        <pc:picChg chg="add del mod">
          <ac:chgData name="김태영" userId="8443cd8f-b258-4c7c-bbdd-a870d3924868" providerId="ADAL" clId="{80959934-BBBA-4E33-B6AD-4B5099CA8187}" dt="2021-10-06T07:25:01.996" v="897" actId="21"/>
          <ac:picMkLst>
            <pc:docMk/>
            <pc:sldMk cId="56274150" sldId="262"/>
            <ac:picMk id="10" creationId="{F5751D0D-9FA3-4287-9464-E4D7208D3902}"/>
          </ac:picMkLst>
        </pc:picChg>
      </pc:sldChg>
      <pc:sldChg chg="delSp add mod modNotesTx">
        <pc:chgData name="김태영" userId="8443cd8f-b258-4c7c-bbdd-a870d3924868" providerId="ADAL" clId="{80959934-BBBA-4E33-B6AD-4B5099CA8187}" dt="2021-10-06T07:27:57.224" v="1253" actId="20577"/>
        <pc:sldMkLst>
          <pc:docMk/>
          <pc:sldMk cId="1085090973" sldId="263"/>
        </pc:sldMkLst>
        <pc:picChg chg="del">
          <ac:chgData name="김태영" userId="8443cd8f-b258-4c7c-bbdd-a870d3924868" providerId="ADAL" clId="{80959934-BBBA-4E33-B6AD-4B5099CA8187}" dt="2021-10-06T07:25:18.088" v="904" actId="478"/>
          <ac:picMkLst>
            <pc:docMk/>
            <pc:sldMk cId="1085090973" sldId="263"/>
            <ac:picMk id="5" creationId="{B657E723-6CB6-4536-907B-D737A41C424F}"/>
          </ac:picMkLst>
        </pc:picChg>
        <pc:picChg chg="del">
          <ac:chgData name="김태영" userId="8443cd8f-b258-4c7c-bbdd-a870d3924868" providerId="ADAL" clId="{80959934-BBBA-4E33-B6AD-4B5099CA8187}" dt="2021-10-06T07:25:17.776" v="903" actId="478"/>
          <ac:picMkLst>
            <pc:docMk/>
            <pc:sldMk cId="1085090973" sldId="263"/>
            <ac:picMk id="7" creationId="{9F005E4A-D24B-4F98-B486-7F6FE195D3AB}"/>
          </ac:picMkLst>
        </pc:picChg>
        <pc:picChg chg="del">
          <ac:chgData name="김태영" userId="8443cd8f-b258-4c7c-bbdd-a870d3924868" providerId="ADAL" clId="{80959934-BBBA-4E33-B6AD-4B5099CA8187}" dt="2021-10-06T07:26:57.848" v="907" actId="478"/>
          <ac:picMkLst>
            <pc:docMk/>
            <pc:sldMk cId="1085090973" sldId="263"/>
            <ac:picMk id="8" creationId="{5C74D17F-F56F-41CB-9587-9D115B1422DB}"/>
          </ac:picMkLst>
        </pc:picChg>
        <pc:picChg chg="del">
          <ac:chgData name="김태영" userId="8443cd8f-b258-4c7c-bbdd-a870d3924868" providerId="ADAL" clId="{80959934-BBBA-4E33-B6AD-4B5099CA8187}" dt="2021-10-06T07:25:18.467" v="905" actId="478"/>
          <ac:picMkLst>
            <pc:docMk/>
            <pc:sldMk cId="1085090973" sldId="263"/>
            <ac:picMk id="9" creationId="{82452D8F-7D01-4C3C-870F-FBBCF2E83C25}"/>
          </ac:picMkLst>
        </pc:picChg>
      </pc:sldChg>
    </pc:docChg>
  </pc:docChgLst>
  <pc:docChgLst>
    <pc:chgData name="김태영" userId="8443cd8f-b258-4c7c-bbdd-a870d3924868" providerId="ADAL" clId="{6EF2B050-A64A-4BE7-B111-B9976626CDAC}"/>
    <pc:docChg chg="undo redo custSel addSld delSld modSld sldOrd">
      <pc:chgData name="김태영" userId="8443cd8f-b258-4c7c-bbdd-a870d3924868" providerId="ADAL" clId="{6EF2B050-A64A-4BE7-B111-B9976626CDAC}" dt="2023-03-10T03:43:44.451" v="15611" actId="20577"/>
      <pc:docMkLst>
        <pc:docMk/>
      </pc:docMkLst>
      <pc:sldChg chg="addSp delSp modSp mod">
        <pc:chgData name="김태영" userId="8443cd8f-b258-4c7c-bbdd-a870d3924868" providerId="ADAL" clId="{6EF2B050-A64A-4BE7-B111-B9976626CDAC}" dt="2023-03-07T07:57:54.085" v="116" actId="20577"/>
        <pc:sldMkLst>
          <pc:docMk/>
          <pc:sldMk cId="1718267691" sldId="270"/>
        </pc:sldMkLst>
        <pc:spChg chg="del">
          <ac:chgData name="김태영" userId="8443cd8f-b258-4c7c-bbdd-a870d3924868" providerId="ADAL" clId="{6EF2B050-A64A-4BE7-B111-B9976626CDAC}" dt="2023-03-07T07:57:11.498" v="25" actId="478"/>
          <ac:spMkLst>
            <pc:docMk/>
            <pc:sldMk cId="1718267691" sldId="270"/>
            <ac:spMk id="2" creationId="{B3B2AE02-D7A8-42E5-43D5-3191AD936B8A}"/>
          </ac:spMkLst>
        </pc:spChg>
        <pc:spChg chg="mod">
          <ac:chgData name="김태영" userId="8443cd8f-b258-4c7c-bbdd-a870d3924868" providerId="ADAL" clId="{6EF2B050-A64A-4BE7-B111-B9976626CDAC}" dt="2023-03-07T07:57:54.085" v="116" actId="20577"/>
          <ac:spMkLst>
            <pc:docMk/>
            <pc:sldMk cId="1718267691" sldId="270"/>
            <ac:spMk id="4" creationId="{FC07B222-3617-473B-F59D-1EC58309C552}"/>
          </ac:spMkLst>
        </pc:spChg>
        <pc:picChg chg="add mod">
          <ac:chgData name="김태영" userId="8443cd8f-b258-4c7c-bbdd-a870d3924868" providerId="ADAL" clId="{6EF2B050-A64A-4BE7-B111-B9976626CDAC}" dt="2023-03-07T07:57:36.787" v="37" actId="1076"/>
          <ac:picMkLst>
            <pc:docMk/>
            <pc:sldMk cId="1718267691" sldId="270"/>
            <ac:picMk id="5" creationId="{73F4DB8C-03E2-BD37-4747-E858AB757AA6}"/>
          </ac:picMkLst>
        </pc:picChg>
      </pc:sldChg>
      <pc:sldChg chg="addSp delSp modSp mod modAnim modNotesTx">
        <pc:chgData name="김태영" userId="8443cd8f-b258-4c7c-bbdd-a870d3924868" providerId="ADAL" clId="{6EF2B050-A64A-4BE7-B111-B9976626CDAC}" dt="2023-03-09T07:43:45.531" v="5828"/>
        <pc:sldMkLst>
          <pc:docMk/>
          <pc:sldMk cId="345877175" sldId="309"/>
        </pc:sldMkLst>
        <pc:spChg chg="mod">
          <ac:chgData name="김태영" userId="8443cd8f-b258-4c7c-bbdd-a870d3924868" providerId="ADAL" clId="{6EF2B050-A64A-4BE7-B111-B9976626CDAC}" dt="2023-03-07T08:25:13.894" v="124" actId="20577"/>
          <ac:spMkLst>
            <pc:docMk/>
            <pc:sldMk cId="345877175" sldId="309"/>
            <ac:spMk id="3" creationId="{7AF2682B-9D3A-04E2-A34C-9196EC9F7072}"/>
          </ac:spMkLst>
        </pc:spChg>
        <pc:spChg chg="del mod">
          <ac:chgData name="김태영" userId="8443cd8f-b258-4c7c-bbdd-a870d3924868" providerId="ADAL" clId="{6EF2B050-A64A-4BE7-B111-B9976626CDAC}" dt="2023-03-08T07:46:31.418" v="2987" actId="478"/>
          <ac:spMkLst>
            <pc:docMk/>
            <pc:sldMk cId="345877175" sldId="309"/>
            <ac:spMk id="5" creationId="{BFCF86AE-7845-2B80-8716-64084DDDA742}"/>
          </ac:spMkLst>
        </pc:spChg>
        <pc:spChg chg="add del mod">
          <ac:chgData name="김태영" userId="8443cd8f-b258-4c7c-bbdd-a870d3924868" providerId="ADAL" clId="{6EF2B050-A64A-4BE7-B111-B9976626CDAC}" dt="2023-03-07T08:30:10.960" v="388" actId="478"/>
          <ac:spMkLst>
            <pc:docMk/>
            <pc:sldMk cId="345877175" sldId="309"/>
            <ac:spMk id="6" creationId="{6E35C01C-5C2A-B541-ACC4-765F56DBCE4E}"/>
          </ac:spMkLst>
        </pc:spChg>
        <pc:spChg chg="add mod topLvl">
          <ac:chgData name="김태영" userId="8443cd8f-b258-4c7c-bbdd-a870d3924868" providerId="ADAL" clId="{6EF2B050-A64A-4BE7-B111-B9976626CDAC}" dt="2023-03-08T08:27:10.103" v="3492" actId="164"/>
          <ac:spMkLst>
            <pc:docMk/>
            <pc:sldMk cId="345877175" sldId="309"/>
            <ac:spMk id="7" creationId="{74B9C691-B495-90C9-FF2A-4AB3B66B92EA}"/>
          </ac:spMkLst>
        </pc:spChg>
        <pc:spChg chg="add mod topLvl">
          <ac:chgData name="김태영" userId="8443cd8f-b258-4c7c-bbdd-a870d3924868" providerId="ADAL" clId="{6EF2B050-A64A-4BE7-B111-B9976626CDAC}" dt="2023-03-08T08:27:06.968" v="3491" actId="165"/>
          <ac:spMkLst>
            <pc:docMk/>
            <pc:sldMk cId="345877175" sldId="309"/>
            <ac:spMk id="8" creationId="{287A0EFE-8018-9E58-B8F4-EC03465C8658}"/>
          </ac:spMkLst>
        </pc:spChg>
        <pc:spChg chg="add mod">
          <ac:chgData name="김태영" userId="8443cd8f-b258-4c7c-bbdd-a870d3924868" providerId="ADAL" clId="{6EF2B050-A64A-4BE7-B111-B9976626CDAC}" dt="2023-03-08T08:27:05.196" v="3490" actId="164"/>
          <ac:spMkLst>
            <pc:docMk/>
            <pc:sldMk cId="345877175" sldId="309"/>
            <ac:spMk id="9" creationId="{0FA9C031-38EC-F577-124C-58D21D34E4DB}"/>
          </ac:spMkLst>
        </pc:spChg>
        <pc:spChg chg="del">
          <ac:chgData name="김태영" userId="8443cd8f-b258-4c7c-bbdd-a870d3924868" providerId="ADAL" clId="{6EF2B050-A64A-4BE7-B111-B9976626CDAC}" dt="2023-03-07T08:25:56.671" v="222" actId="478"/>
          <ac:spMkLst>
            <pc:docMk/>
            <pc:sldMk cId="345877175" sldId="309"/>
            <ac:spMk id="10" creationId="{5DB5CB02-5C81-BD92-7CA8-A84588C08E68}"/>
          </ac:spMkLst>
        </pc:spChg>
        <pc:spChg chg="add mod">
          <ac:chgData name="김태영" userId="8443cd8f-b258-4c7c-bbdd-a870d3924868" providerId="ADAL" clId="{6EF2B050-A64A-4BE7-B111-B9976626CDAC}" dt="2023-03-08T05:51:19.572" v="1720" actId="164"/>
          <ac:spMkLst>
            <pc:docMk/>
            <pc:sldMk cId="345877175" sldId="309"/>
            <ac:spMk id="11" creationId="{2255A1AD-C011-C605-C343-FC52370FD43D}"/>
          </ac:spMkLst>
        </pc:spChg>
        <pc:spChg chg="add mod">
          <ac:chgData name="김태영" userId="8443cd8f-b258-4c7c-bbdd-a870d3924868" providerId="ADAL" clId="{6EF2B050-A64A-4BE7-B111-B9976626CDAC}" dt="2023-03-08T05:51:19.572" v="1720" actId="164"/>
          <ac:spMkLst>
            <pc:docMk/>
            <pc:sldMk cId="345877175" sldId="309"/>
            <ac:spMk id="12" creationId="{B112AB8B-1025-D3E5-9AE6-7FD3FB709555}"/>
          </ac:spMkLst>
        </pc:spChg>
        <pc:spChg chg="add mod">
          <ac:chgData name="김태영" userId="8443cd8f-b258-4c7c-bbdd-a870d3924868" providerId="ADAL" clId="{6EF2B050-A64A-4BE7-B111-B9976626CDAC}" dt="2023-03-09T07:43:44.247" v="5827" actId="21"/>
          <ac:spMkLst>
            <pc:docMk/>
            <pc:sldMk cId="345877175" sldId="309"/>
            <ac:spMk id="13" creationId="{9C46FEA7-B893-4733-89DE-E280F0EC7045}"/>
          </ac:spMkLst>
        </pc:spChg>
        <pc:spChg chg="add mod">
          <ac:chgData name="김태영" userId="8443cd8f-b258-4c7c-bbdd-a870d3924868" providerId="ADAL" clId="{6EF2B050-A64A-4BE7-B111-B9976626CDAC}" dt="2023-03-08T08:27:05.196" v="3490" actId="164"/>
          <ac:spMkLst>
            <pc:docMk/>
            <pc:sldMk cId="345877175" sldId="309"/>
            <ac:spMk id="14" creationId="{77F3FD45-D7A9-ECE8-6F60-D3D918C47EF2}"/>
          </ac:spMkLst>
        </pc:spChg>
        <pc:spChg chg="add del mod">
          <ac:chgData name="김태영" userId="8443cd8f-b258-4c7c-bbdd-a870d3924868" providerId="ADAL" clId="{6EF2B050-A64A-4BE7-B111-B9976626CDAC}" dt="2023-03-07T08:34:21.541" v="584" actId="478"/>
          <ac:spMkLst>
            <pc:docMk/>
            <pc:sldMk cId="345877175" sldId="309"/>
            <ac:spMk id="15" creationId="{EEC4445B-47D5-0188-07AD-7CB70A4F3CF8}"/>
          </ac:spMkLst>
        </pc:spChg>
        <pc:spChg chg="add mod topLvl">
          <ac:chgData name="김태영" userId="8443cd8f-b258-4c7c-bbdd-a870d3924868" providerId="ADAL" clId="{6EF2B050-A64A-4BE7-B111-B9976626CDAC}" dt="2023-03-08T08:27:10.103" v="3492" actId="164"/>
          <ac:spMkLst>
            <pc:docMk/>
            <pc:sldMk cId="345877175" sldId="309"/>
            <ac:spMk id="16" creationId="{E8521BE8-7FFB-A2C9-17BF-E91846E15E89}"/>
          </ac:spMkLst>
        </pc:spChg>
        <pc:spChg chg="add mod">
          <ac:chgData name="김태영" userId="8443cd8f-b258-4c7c-bbdd-a870d3924868" providerId="ADAL" clId="{6EF2B050-A64A-4BE7-B111-B9976626CDAC}" dt="2023-03-08T05:51:19.572" v="1720" actId="164"/>
          <ac:spMkLst>
            <pc:docMk/>
            <pc:sldMk cId="345877175" sldId="309"/>
            <ac:spMk id="17" creationId="{A1A9B268-C9C9-3CDC-1C47-BF3CE3D6BABF}"/>
          </ac:spMkLst>
        </pc:spChg>
        <pc:spChg chg="add mod">
          <ac:chgData name="김태영" userId="8443cd8f-b258-4c7c-bbdd-a870d3924868" providerId="ADAL" clId="{6EF2B050-A64A-4BE7-B111-B9976626CDAC}" dt="2023-03-08T05:51:19.572" v="1720" actId="164"/>
          <ac:spMkLst>
            <pc:docMk/>
            <pc:sldMk cId="345877175" sldId="309"/>
            <ac:spMk id="18" creationId="{46A12720-DFC8-5C39-AC3A-596434C938CC}"/>
          </ac:spMkLst>
        </pc:spChg>
        <pc:spChg chg="add mod">
          <ac:chgData name="김태영" userId="8443cd8f-b258-4c7c-bbdd-a870d3924868" providerId="ADAL" clId="{6EF2B050-A64A-4BE7-B111-B9976626CDAC}" dt="2023-03-08T05:51:19.572" v="1720" actId="164"/>
          <ac:spMkLst>
            <pc:docMk/>
            <pc:sldMk cId="345877175" sldId="309"/>
            <ac:spMk id="19" creationId="{258C76D8-29A6-4CBC-FD7E-D1EAD35014AA}"/>
          </ac:spMkLst>
        </pc:spChg>
        <pc:spChg chg="add mod">
          <ac:chgData name="김태영" userId="8443cd8f-b258-4c7c-bbdd-a870d3924868" providerId="ADAL" clId="{6EF2B050-A64A-4BE7-B111-B9976626CDAC}" dt="2023-03-08T07:46:31.587" v="2988"/>
          <ac:spMkLst>
            <pc:docMk/>
            <pc:sldMk cId="345877175" sldId="309"/>
            <ac:spMk id="21" creationId="{1C760518-F071-A768-FA38-F46DAED902E4}"/>
          </ac:spMkLst>
        </pc:spChg>
        <pc:spChg chg="add mod">
          <ac:chgData name="김태영" userId="8443cd8f-b258-4c7c-bbdd-a870d3924868" providerId="ADAL" clId="{6EF2B050-A64A-4BE7-B111-B9976626CDAC}" dt="2023-03-08T08:32:09.931" v="3519" actId="1076"/>
          <ac:spMkLst>
            <pc:docMk/>
            <pc:sldMk cId="345877175" sldId="309"/>
            <ac:spMk id="22" creationId="{DE0E9863-328F-34BC-2D3F-3E60238CFDB2}"/>
          </ac:spMkLst>
        </pc:spChg>
        <pc:spChg chg="add mod">
          <ac:chgData name="김태영" userId="8443cd8f-b258-4c7c-bbdd-a870d3924868" providerId="ADAL" clId="{6EF2B050-A64A-4BE7-B111-B9976626CDAC}" dt="2023-03-08T07:57:34.877" v="3051" actId="164"/>
          <ac:spMkLst>
            <pc:docMk/>
            <pc:sldMk cId="345877175" sldId="309"/>
            <ac:spMk id="23" creationId="{66C75B07-9044-4121-B944-B151B3AD0CAE}"/>
          </ac:spMkLst>
        </pc:spChg>
        <pc:spChg chg="add mod">
          <ac:chgData name="김태영" userId="8443cd8f-b258-4c7c-bbdd-a870d3924868" providerId="ADAL" clId="{6EF2B050-A64A-4BE7-B111-B9976626CDAC}" dt="2023-03-08T08:08:46.617" v="3419" actId="1076"/>
          <ac:spMkLst>
            <pc:docMk/>
            <pc:sldMk cId="345877175" sldId="309"/>
            <ac:spMk id="26" creationId="{ABEDD239-1DAC-8155-2FCD-9A46136AD02F}"/>
          </ac:spMkLst>
        </pc:spChg>
        <pc:spChg chg="add mod">
          <ac:chgData name="김태영" userId="8443cd8f-b258-4c7c-bbdd-a870d3924868" providerId="ADAL" clId="{6EF2B050-A64A-4BE7-B111-B9976626CDAC}" dt="2023-03-09T07:43:45.531" v="5828"/>
          <ac:spMkLst>
            <pc:docMk/>
            <pc:sldMk cId="345877175" sldId="309"/>
            <ac:spMk id="27" creationId="{38431703-9957-DC83-9877-F940DB5F8B9A}"/>
          </ac:spMkLst>
        </pc:spChg>
        <pc:grpChg chg="add del mod">
          <ac:chgData name="김태영" userId="8443cd8f-b258-4c7c-bbdd-a870d3924868" providerId="ADAL" clId="{6EF2B050-A64A-4BE7-B111-B9976626CDAC}" dt="2023-03-08T08:27:06.968" v="3491" actId="165"/>
          <ac:grpSpMkLst>
            <pc:docMk/>
            <pc:sldMk cId="345877175" sldId="309"/>
            <ac:grpSpMk id="6" creationId="{E9662360-86C4-BE58-1B4F-62F147F54D59}"/>
          </ac:grpSpMkLst>
        </pc:grpChg>
        <pc:grpChg chg="add mod">
          <ac:chgData name="김태영" userId="8443cd8f-b258-4c7c-bbdd-a870d3924868" providerId="ADAL" clId="{6EF2B050-A64A-4BE7-B111-B9976626CDAC}" dt="2023-03-08T08:27:10.103" v="3492" actId="164"/>
          <ac:grpSpMkLst>
            <pc:docMk/>
            <pc:sldMk cId="345877175" sldId="309"/>
            <ac:grpSpMk id="10" creationId="{83D6C4A5-CF15-940F-E3AD-DB97F4476193}"/>
          </ac:grpSpMkLst>
        </pc:grpChg>
        <pc:grpChg chg="add mod">
          <ac:chgData name="김태영" userId="8443cd8f-b258-4c7c-bbdd-a870d3924868" providerId="ADAL" clId="{6EF2B050-A64A-4BE7-B111-B9976626CDAC}" dt="2023-03-08T08:00:34.490" v="3054" actId="1076"/>
          <ac:grpSpMkLst>
            <pc:docMk/>
            <pc:sldMk cId="345877175" sldId="309"/>
            <ac:grpSpMk id="15" creationId="{9423CFFE-C00F-15D2-65EF-80B8A55FDBEF}"/>
          </ac:grpSpMkLst>
        </pc:grpChg>
        <pc:grpChg chg="add mod">
          <ac:chgData name="김태영" userId="8443cd8f-b258-4c7c-bbdd-a870d3924868" providerId="ADAL" clId="{6EF2B050-A64A-4BE7-B111-B9976626CDAC}" dt="2023-03-08T08:31:57.378" v="3517" actId="1076"/>
          <ac:grpSpMkLst>
            <pc:docMk/>
            <pc:sldMk cId="345877175" sldId="309"/>
            <ac:grpSpMk id="24" creationId="{81888CA7-A3BC-4A78-4586-E020457BE75A}"/>
          </ac:grpSpMkLst>
        </pc:grpChg>
        <pc:grpChg chg="add mod">
          <ac:chgData name="김태영" userId="8443cd8f-b258-4c7c-bbdd-a870d3924868" providerId="ADAL" clId="{6EF2B050-A64A-4BE7-B111-B9976626CDAC}" dt="2023-03-08T08:27:05.196" v="3490" actId="164"/>
          <ac:grpSpMkLst>
            <pc:docMk/>
            <pc:sldMk cId="345877175" sldId="309"/>
            <ac:grpSpMk id="28" creationId="{FF1E578D-7866-E2B1-3D7B-600111DF5B8F}"/>
          </ac:grpSpMkLst>
        </pc:grpChg>
        <pc:grpChg chg="add mod">
          <ac:chgData name="김태영" userId="8443cd8f-b258-4c7c-bbdd-a870d3924868" providerId="ADAL" clId="{6EF2B050-A64A-4BE7-B111-B9976626CDAC}" dt="2023-03-08T08:27:10.103" v="3492" actId="164"/>
          <ac:grpSpMkLst>
            <pc:docMk/>
            <pc:sldMk cId="345877175" sldId="309"/>
            <ac:grpSpMk id="29" creationId="{565ABF14-0CC6-C390-B525-1028C6C92BD7}"/>
          </ac:grpSpMkLst>
        </pc:grpChg>
        <pc:picChg chg="add mod">
          <ac:chgData name="김태영" userId="8443cd8f-b258-4c7c-bbdd-a870d3924868" providerId="ADAL" clId="{6EF2B050-A64A-4BE7-B111-B9976626CDAC}" dt="2023-03-08T07:57:34.877" v="3051" actId="164"/>
          <ac:picMkLst>
            <pc:docMk/>
            <pc:sldMk cId="345877175" sldId="309"/>
            <ac:picMk id="20" creationId="{28AC3ACE-0E97-7612-8365-834E6C821784}"/>
          </ac:picMkLst>
        </pc:picChg>
      </pc:sldChg>
      <pc:sldChg chg="add del ord">
        <pc:chgData name="김태영" userId="8443cd8f-b258-4c7c-bbdd-a870d3924868" providerId="ADAL" clId="{6EF2B050-A64A-4BE7-B111-B9976626CDAC}" dt="2023-03-09T14:43:37.842" v="7735" actId="47"/>
        <pc:sldMkLst>
          <pc:docMk/>
          <pc:sldMk cId="3680000424" sldId="310"/>
        </pc:sldMkLst>
      </pc:sldChg>
      <pc:sldChg chg="del">
        <pc:chgData name="김태영" userId="8443cd8f-b258-4c7c-bbdd-a870d3924868" providerId="ADAL" clId="{6EF2B050-A64A-4BE7-B111-B9976626CDAC}" dt="2023-03-07T07:57:07.188" v="24" actId="47"/>
        <pc:sldMkLst>
          <pc:docMk/>
          <pc:sldMk cId="3963783093" sldId="310"/>
        </pc:sldMkLst>
      </pc:sldChg>
      <pc:sldChg chg="del">
        <pc:chgData name="김태영" userId="8443cd8f-b258-4c7c-bbdd-a870d3924868" providerId="ADAL" clId="{6EF2B050-A64A-4BE7-B111-B9976626CDAC}" dt="2023-03-07T07:56:33.817" v="1" actId="47"/>
        <pc:sldMkLst>
          <pc:docMk/>
          <pc:sldMk cId="2337028474" sldId="311"/>
        </pc:sldMkLst>
      </pc:sldChg>
      <pc:sldChg chg="addSp delSp modSp add mod ord modAnim modNotesTx">
        <pc:chgData name="김태영" userId="8443cd8f-b258-4c7c-bbdd-a870d3924868" providerId="ADAL" clId="{6EF2B050-A64A-4BE7-B111-B9976626CDAC}" dt="2023-03-08T07:34:34.514" v="2925"/>
        <pc:sldMkLst>
          <pc:docMk/>
          <pc:sldMk cId="3224837462" sldId="311"/>
        </pc:sldMkLst>
        <pc:spChg chg="mod">
          <ac:chgData name="김태영" userId="8443cd8f-b258-4c7c-bbdd-a870d3924868" providerId="ADAL" clId="{6EF2B050-A64A-4BE7-B111-B9976626CDAC}" dt="2023-03-07T08:40:08.524" v="868" actId="1076"/>
          <ac:spMkLst>
            <pc:docMk/>
            <pc:sldMk cId="3224837462" sldId="311"/>
            <ac:spMk id="5" creationId="{BFCF86AE-7845-2B80-8716-64084DDDA742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7" creationId="{74B9C691-B495-90C9-FF2A-4AB3B66B92EA}"/>
          </ac:spMkLst>
        </pc:spChg>
        <pc:spChg chg="add mod">
          <ac:chgData name="김태영" userId="8443cd8f-b258-4c7c-bbdd-a870d3924868" providerId="ADAL" clId="{6EF2B050-A64A-4BE7-B111-B9976626CDAC}" dt="2023-03-08T05:49:54.558" v="1700" actId="164"/>
          <ac:spMkLst>
            <pc:docMk/>
            <pc:sldMk cId="3224837462" sldId="311"/>
            <ac:spMk id="8" creationId="{2443CBB5-ADEF-B75F-A6B0-A1E9D4D4E207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8" creationId="{287A0EFE-8018-9E58-B8F4-EC03465C8658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9" creationId="{0FA9C031-38EC-F577-124C-58D21D34E4DB}"/>
          </ac:spMkLst>
        </pc:spChg>
        <pc:spChg chg="add mod">
          <ac:chgData name="김태영" userId="8443cd8f-b258-4c7c-bbdd-a870d3924868" providerId="ADAL" clId="{6EF2B050-A64A-4BE7-B111-B9976626CDAC}" dt="2023-03-08T05:50:58.493" v="1714" actId="164"/>
          <ac:spMkLst>
            <pc:docMk/>
            <pc:sldMk cId="3224837462" sldId="311"/>
            <ac:spMk id="9" creationId="{D64C1082-99B5-EC74-8B80-527DD669920C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1" creationId="{2255A1AD-C011-C605-C343-FC52370FD43D}"/>
          </ac:spMkLst>
        </pc:spChg>
        <pc:spChg chg="add mod">
          <ac:chgData name="김태영" userId="8443cd8f-b258-4c7c-bbdd-a870d3924868" providerId="ADAL" clId="{6EF2B050-A64A-4BE7-B111-B9976626CDAC}" dt="2023-03-08T05:50:26.717" v="1710" actId="164"/>
          <ac:spMkLst>
            <pc:docMk/>
            <pc:sldMk cId="3224837462" sldId="311"/>
            <ac:spMk id="11" creationId="{2C2DEDBA-61CE-3249-3F21-07E390765A23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2" creationId="{B112AB8B-1025-D3E5-9AE6-7FD3FB709555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3" creationId="{9C46FEA7-B893-4733-89DE-E280F0EC7045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4" creationId="{77F3FD45-D7A9-ECE8-6F60-D3D918C47EF2}"/>
          </ac:spMkLst>
        </pc:spChg>
        <pc:spChg chg="add mod">
          <ac:chgData name="김태영" userId="8443cd8f-b258-4c7c-bbdd-a870d3924868" providerId="ADAL" clId="{6EF2B050-A64A-4BE7-B111-B9976626CDAC}" dt="2023-03-08T05:50:26.717" v="1710" actId="164"/>
          <ac:spMkLst>
            <pc:docMk/>
            <pc:sldMk cId="3224837462" sldId="311"/>
            <ac:spMk id="14" creationId="{ADAD5230-C513-B1B6-D04C-484E3A24AB78}"/>
          </ac:spMkLst>
        </pc:spChg>
        <pc:spChg chg="add mod">
          <ac:chgData name="김태영" userId="8443cd8f-b258-4c7c-bbdd-a870d3924868" providerId="ADAL" clId="{6EF2B050-A64A-4BE7-B111-B9976626CDAC}" dt="2023-03-08T05:49:54.558" v="1700" actId="164"/>
          <ac:spMkLst>
            <pc:docMk/>
            <pc:sldMk cId="3224837462" sldId="311"/>
            <ac:spMk id="15" creationId="{8AAE1318-8DF0-3B37-787B-ED0B119AE345}"/>
          </ac:spMkLst>
        </pc:spChg>
        <pc:spChg chg="add del mod">
          <ac:chgData name="김태영" userId="8443cd8f-b258-4c7c-bbdd-a870d3924868" providerId="ADAL" clId="{6EF2B050-A64A-4BE7-B111-B9976626CDAC}" dt="2023-03-08T05:28:09.427" v="1413" actId="478"/>
          <ac:spMkLst>
            <pc:docMk/>
            <pc:sldMk cId="3224837462" sldId="311"/>
            <ac:spMk id="16" creationId="{0B4C26F4-F342-E8D1-D13D-02D6507FE4D6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6" creationId="{E8521BE8-7FFB-A2C9-17BF-E91846E15E89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7" creationId="{A1A9B268-C9C9-3CDC-1C47-BF3CE3D6BABF}"/>
          </ac:spMkLst>
        </pc:spChg>
        <pc:spChg chg="add mod">
          <ac:chgData name="김태영" userId="8443cd8f-b258-4c7c-bbdd-a870d3924868" providerId="ADAL" clId="{6EF2B050-A64A-4BE7-B111-B9976626CDAC}" dt="2023-03-08T05:50:26.717" v="1710" actId="164"/>
          <ac:spMkLst>
            <pc:docMk/>
            <pc:sldMk cId="3224837462" sldId="311"/>
            <ac:spMk id="17" creationId="{BA719F19-E175-BBF6-841C-4D45F61F8BB3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8" creationId="{46A12720-DFC8-5C39-AC3A-596434C938CC}"/>
          </ac:spMkLst>
        </pc:spChg>
        <pc:spChg chg="add del mod">
          <ac:chgData name="김태영" userId="8443cd8f-b258-4c7c-bbdd-a870d3924868" providerId="ADAL" clId="{6EF2B050-A64A-4BE7-B111-B9976626CDAC}" dt="2023-03-08T05:29:53.432" v="1426" actId="478"/>
          <ac:spMkLst>
            <pc:docMk/>
            <pc:sldMk cId="3224837462" sldId="311"/>
            <ac:spMk id="18" creationId="{47CF7B5F-46AE-D3C2-4718-905F2819EF90}"/>
          </ac:spMkLst>
        </pc:spChg>
        <pc:spChg chg="del">
          <ac:chgData name="김태영" userId="8443cd8f-b258-4c7c-bbdd-a870d3924868" providerId="ADAL" clId="{6EF2B050-A64A-4BE7-B111-B9976626CDAC}" dt="2023-03-07T08:37:57.979" v="863" actId="478"/>
          <ac:spMkLst>
            <pc:docMk/>
            <pc:sldMk cId="3224837462" sldId="311"/>
            <ac:spMk id="19" creationId="{258C76D8-29A6-4CBC-FD7E-D1EAD35014AA}"/>
          </ac:spMkLst>
        </pc:spChg>
        <pc:spChg chg="add mod">
          <ac:chgData name="김태영" userId="8443cd8f-b258-4c7c-bbdd-a870d3924868" providerId="ADAL" clId="{6EF2B050-A64A-4BE7-B111-B9976626CDAC}" dt="2023-03-08T05:50:58.493" v="1714" actId="164"/>
          <ac:spMkLst>
            <pc:docMk/>
            <pc:sldMk cId="3224837462" sldId="311"/>
            <ac:spMk id="19" creationId="{E75AEEED-AC5C-7955-F538-212893D679FC}"/>
          </ac:spMkLst>
        </pc:spChg>
        <pc:spChg chg="add mod">
          <ac:chgData name="김태영" userId="8443cd8f-b258-4c7c-bbdd-a870d3924868" providerId="ADAL" clId="{6EF2B050-A64A-4BE7-B111-B9976626CDAC}" dt="2023-03-08T05:49:54.558" v="1700" actId="164"/>
          <ac:spMkLst>
            <pc:docMk/>
            <pc:sldMk cId="3224837462" sldId="311"/>
            <ac:spMk id="20" creationId="{B645656B-C5CD-90A1-61A5-20F234CD0039}"/>
          </ac:spMkLst>
        </pc:spChg>
        <pc:spChg chg="add mod">
          <ac:chgData name="김태영" userId="8443cd8f-b258-4c7c-bbdd-a870d3924868" providerId="ADAL" clId="{6EF2B050-A64A-4BE7-B111-B9976626CDAC}" dt="2023-03-08T05:50:31.983" v="1712" actId="164"/>
          <ac:spMkLst>
            <pc:docMk/>
            <pc:sldMk cId="3224837462" sldId="311"/>
            <ac:spMk id="21" creationId="{E7363253-42CD-B9A2-665B-C8CE8BBE74DA}"/>
          </ac:spMkLst>
        </pc:spChg>
        <pc:spChg chg="add mod">
          <ac:chgData name="김태영" userId="8443cd8f-b258-4c7c-bbdd-a870d3924868" providerId="ADAL" clId="{6EF2B050-A64A-4BE7-B111-B9976626CDAC}" dt="2023-03-08T05:50:31.983" v="1712" actId="164"/>
          <ac:spMkLst>
            <pc:docMk/>
            <pc:sldMk cId="3224837462" sldId="311"/>
            <ac:spMk id="26" creationId="{D541EDCC-09D7-DB7C-34AE-7876DE24AE2C}"/>
          </ac:spMkLst>
        </pc:spChg>
        <pc:grpChg chg="add mod">
          <ac:chgData name="김태영" userId="8443cd8f-b258-4c7c-bbdd-a870d3924868" providerId="ADAL" clId="{6EF2B050-A64A-4BE7-B111-B9976626CDAC}" dt="2023-03-08T05:49:52.977" v="1699" actId="164"/>
          <ac:grpSpMkLst>
            <pc:docMk/>
            <pc:sldMk cId="3224837462" sldId="311"/>
            <ac:grpSpMk id="27" creationId="{1C705CF0-D4BA-3951-2DF2-74C466697614}"/>
          </ac:grpSpMkLst>
        </pc:grpChg>
        <pc:grpChg chg="add mod">
          <ac:chgData name="김태영" userId="8443cd8f-b258-4c7c-bbdd-a870d3924868" providerId="ADAL" clId="{6EF2B050-A64A-4BE7-B111-B9976626CDAC}" dt="2023-03-08T05:49:54.558" v="1700" actId="164"/>
          <ac:grpSpMkLst>
            <pc:docMk/>
            <pc:sldMk cId="3224837462" sldId="311"/>
            <ac:grpSpMk id="28" creationId="{58284FC4-9B1F-5A4F-1D5C-C7021CFA8742}"/>
          </ac:grpSpMkLst>
        </pc:grpChg>
        <pc:grpChg chg="add mod">
          <ac:chgData name="김태영" userId="8443cd8f-b258-4c7c-bbdd-a870d3924868" providerId="ADAL" clId="{6EF2B050-A64A-4BE7-B111-B9976626CDAC}" dt="2023-03-08T05:50:15.324" v="1707" actId="164"/>
          <ac:grpSpMkLst>
            <pc:docMk/>
            <pc:sldMk cId="3224837462" sldId="311"/>
            <ac:grpSpMk id="29" creationId="{4E283545-9A79-4CFF-EEDE-80C63B0AF821}"/>
          </ac:grpSpMkLst>
        </pc:grpChg>
        <pc:grpChg chg="add mod">
          <ac:chgData name="김태영" userId="8443cd8f-b258-4c7c-bbdd-a870d3924868" providerId="ADAL" clId="{6EF2B050-A64A-4BE7-B111-B9976626CDAC}" dt="2023-03-08T05:50:24.924" v="1709" actId="164"/>
          <ac:grpSpMkLst>
            <pc:docMk/>
            <pc:sldMk cId="3224837462" sldId="311"/>
            <ac:grpSpMk id="30" creationId="{37FE15D6-6B35-AB1E-FDE7-AFDEA2127FD6}"/>
          </ac:grpSpMkLst>
        </pc:grpChg>
        <pc:grpChg chg="add mod">
          <ac:chgData name="김태영" userId="8443cd8f-b258-4c7c-bbdd-a870d3924868" providerId="ADAL" clId="{6EF2B050-A64A-4BE7-B111-B9976626CDAC}" dt="2023-03-08T05:50:26.717" v="1710" actId="164"/>
          <ac:grpSpMkLst>
            <pc:docMk/>
            <pc:sldMk cId="3224837462" sldId="311"/>
            <ac:grpSpMk id="31" creationId="{75CADC6D-DF42-70D0-9939-765E744F1721}"/>
          </ac:grpSpMkLst>
        </pc:grpChg>
        <pc:grpChg chg="add mod">
          <ac:chgData name="김태영" userId="8443cd8f-b258-4c7c-bbdd-a870d3924868" providerId="ADAL" clId="{6EF2B050-A64A-4BE7-B111-B9976626CDAC}" dt="2023-03-08T05:50:31.983" v="1712" actId="164"/>
          <ac:grpSpMkLst>
            <pc:docMk/>
            <pc:sldMk cId="3224837462" sldId="311"/>
            <ac:grpSpMk id="32" creationId="{E8F804CD-6942-658F-F34F-08FC2ECACC5B}"/>
          </ac:grpSpMkLst>
        </pc:grpChg>
        <pc:grpChg chg="add mod">
          <ac:chgData name="김태영" userId="8443cd8f-b258-4c7c-bbdd-a870d3924868" providerId="ADAL" clId="{6EF2B050-A64A-4BE7-B111-B9976626CDAC}" dt="2023-03-08T05:50:58.493" v="1714" actId="164"/>
          <ac:grpSpMkLst>
            <pc:docMk/>
            <pc:sldMk cId="3224837462" sldId="311"/>
            <ac:grpSpMk id="33" creationId="{C8764E56-D037-EE53-68E9-A0CBCB570A6A}"/>
          </ac:grpSpMkLst>
        </pc:grpChg>
        <pc:grpChg chg="add mod">
          <ac:chgData name="김태영" userId="8443cd8f-b258-4c7c-bbdd-a870d3924868" providerId="ADAL" clId="{6EF2B050-A64A-4BE7-B111-B9976626CDAC}" dt="2023-03-08T07:33:21.040" v="2906" actId="164"/>
          <ac:grpSpMkLst>
            <pc:docMk/>
            <pc:sldMk cId="3224837462" sldId="311"/>
            <ac:grpSpMk id="40" creationId="{06607F5F-1222-10F2-4231-275029EA24CB}"/>
          </ac:grpSpMkLst>
        </pc:grpChg>
        <pc:grpChg chg="add mod">
          <ac:chgData name="김태영" userId="8443cd8f-b258-4c7c-bbdd-a870d3924868" providerId="ADAL" clId="{6EF2B050-A64A-4BE7-B111-B9976626CDAC}" dt="2023-03-08T07:33:49.623" v="2919" actId="164"/>
          <ac:grpSpMkLst>
            <pc:docMk/>
            <pc:sldMk cId="3224837462" sldId="311"/>
            <ac:grpSpMk id="43" creationId="{B5BCF66D-F7B5-E32D-7DBA-AA83E085CDFF}"/>
          </ac:grpSpMkLst>
        </pc:grpChg>
        <pc:grpChg chg="add mod">
          <ac:chgData name="김태영" userId="8443cd8f-b258-4c7c-bbdd-a870d3924868" providerId="ADAL" clId="{6EF2B050-A64A-4BE7-B111-B9976626CDAC}" dt="2023-03-08T07:34:03.762" v="2921" actId="164"/>
          <ac:grpSpMkLst>
            <pc:docMk/>
            <pc:sldMk cId="3224837462" sldId="311"/>
            <ac:grpSpMk id="44" creationId="{6F9DDA14-C876-21D0-9C21-9D5E616ABE9D}"/>
          </ac:grpSpMkLst>
        </pc:grpChg>
        <pc:picChg chg="add mod ord">
          <ac:chgData name="김태영" userId="8443cd8f-b258-4c7c-bbdd-a870d3924868" providerId="ADAL" clId="{6EF2B050-A64A-4BE7-B111-B9976626CDAC}" dt="2023-03-08T05:49:54.558" v="1700" actId="164"/>
          <ac:picMkLst>
            <pc:docMk/>
            <pc:sldMk cId="3224837462" sldId="311"/>
            <ac:picMk id="7" creationId="{0B848916-0BA6-864B-130B-5BD7FD081BCE}"/>
          </ac:picMkLst>
        </pc:picChg>
        <pc:picChg chg="add del mod">
          <ac:chgData name="김태영" userId="8443cd8f-b258-4c7c-bbdd-a870d3924868" providerId="ADAL" clId="{6EF2B050-A64A-4BE7-B111-B9976626CDAC}" dt="2023-03-08T05:15:41.083" v="1254" actId="478"/>
          <ac:picMkLst>
            <pc:docMk/>
            <pc:sldMk cId="3224837462" sldId="311"/>
            <ac:picMk id="10" creationId="{E3006D09-A27B-6A4D-CC7E-AA432AA90821}"/>
          </ac:picMkLst>
        </pc:picChg>
        <pc:picChg chg="add mod">
          <ac:chgData name="김태영" userId="8443cd8f-b258-4c7c-bbdd-a870d3924868" providerId="ADAL" clId="{6EF2B050-A64A-4BE7-B111-B9976626CDAC}" dt="2023-03-08T05:50:26.717" v="1710" actId="164"/>
          <ac:picMkLst>
            <pc:docMk/>
            <pc:sldMk cId="3224837462" sldId="311"/>
            <ac:picMk id="13" creationId="{8BE1114B-AB11-B7B0-991F-B744DB195EAF}"/>
          </ac:picMkLst>
        </pc:picChg>
        <pc:picChg chg="add mod">
          <ac:chgData name="김태영" userId="8443cd8f-b258-4c7c-bbdd-a870d3924868" providerId="ADAL" clId="{6EF2B050-A64A-4BE7-B111-B9976626CDAC}" dt="2023-03-08T05:50:31.983" v="1712" actId="164"/>
          <ac:picMkLst>
            <pc:docMk/>
            <pc:sldMk cId="3224837462" sldId="311"/>
            <ac:picMk id="23" creationId="{DF49D50D-B4D7-AEC3-9A84-1D59F54C8166}"/>
          </ac:picMkLst>
        </pc:picChg>
        <pc:picChg chg="add mod">
          <ac:chgData name="김태영" userId="8443cd8f-b258-4c7c-bbdd-a870d3924868" providerId="ADAL" clId="{6EF2B050-A64A-4BE7-B111-B9976626CDAC}" dt="2023-03-08T05:50:31.983" v="1712" actId="164"/>
          <ac:picMkLst>
            <pc:docMk/>
            <pc:sldMk cId="3224837462" sldId="311"/>
            <ac:picMk id="25" creationId="{6346EE70-6845-7935-E070-CF9BCEFBB9A9}"/>
          </ac:picMkLst>
        </pc:picChg>
        <pc:picChg chg="add mod">
          <ac:chgData name="김태영" userId="8443cd8f-b258-4c7c-bbdd-a870d3924868" providerId="ADAL" clId="{6EF2B050-A64A-4BE7-B111-B9976626CDAC}" dt="2023-03-08T07:33:49.623" v="2919" actId="164"/>
          <ac:picMkLst>
            <pc:docMk/>
            <pc:sldMk cId="3224837462" sldId="311"/>
            <ac:picMk id="35" creationId="{B0D91636-9B42-CDFC-D563-BF8377F94915}"/>
          </ac:picMkLst>
        </pc:picChg>
        <pc:picChg chg="add mod">
          <ac:chgData name="김태영" userId="8443cd8f-b258-4c7c-bbdd-a870d3924868" providerId="ADAL" clId="{6EF2B050-A64A-4BE7-B111-B9976626CDAC}" dt="2023-03-08T07:33:49.623" v="2919" actId="164"/>
          <ac:picMkLst>
            <pc:docMk/>
            <pc:sldMk cId="3224837462" sldId="311"/>
            <ac:picMk id="37" creationId="{AC694050-4ECA-EC65-C0E2-641997A72B07}"/>
          </ac:picMkLst>
        </pc:picChg>
        <pc:picChg chg="add mod modCrop">
          <ac:chgData name="김태영" userId="8443cd8f-b258-4c7c-bbdd-a870d3924868" providerId="ADAL" clId="{6EF2B050-A64A-4BE7-B111-B9976626CDAC}" dt="2023-03-08T07:34:03.762" v="2921" actId="164"/>
          <ac:picMkLst>
            <pc:docMk/>
            <pc:sldMk cId="3224837462" sldId="311"/>
            <ac:picMk id="39" creationId="{192C010F-CB14-2603-80C3-C94127FF1E5B}"/>
          </ac:picMkLst>
        </pc:picChg>
        <pc:picChg chg="add mod">
          <ac:chgData name="김태영" userId="8443cd8f-b258-4c7c-bbdd-a870d3924868" providerId="ADAL" clId="{6EF2B050-A64A-4BE7-B111-B9976626CDAC}" dt="2023-03-08T07:34:03.762" v="2921" actId="164"/>
          <ac:picMkLst>
            <pc:docMk/>
            <pc:sldMk cId="3224837462" sldId="311"/>
            <ac:picMk id="42" creationId="{09B963C4-31FD-E559-9EDF-2F2B6D26F47D}"/>
          </ac:picMkLst>
        </pc:picChg>
        <pc:picChg chg="add mod">
          <ac:chgData name="김태영" userId="8443cd8f-b258-4c7c-bbdd-a870d3924868" providerId="ADAL" clId="{6EF2B050-A64A-4BE7-B111-B9976626CDAC}" dt="2023-03-08T05:49:54.558" v="1700" actId="164"/>
          <ac:picMkLst>
            <pc:docMk/>
            <pc:sldMk cId="3224837462" sldId="311"/>
            <ac:picMk id="1026" creationId="{62026531-4F94-CDF8-FDC6-7BEEF4B3D3BC}"/>
          </ac:picMkLst>
        </pc:picChg>
      </pc:sldChg>
      <pc:sldChg chg="addSp delSp modSp add mod modAnim modNotesTx">
        <pc:chgData name="김태영" userId="8443cd8f-b258-4c7c-bbdd-a870d3924868" providerId="ADAL" clId="{6EF2B050-A64A-4BE7-B111-B9976626CDAC}" dt="2023-03-09T19:11:27.920" v="15407"/>
        <pc:sldMkLst>
          <pc:docMk/>
          <pc:sldMk cId="698125102" sldId="312"/>
        </pc:sldMkLst>
        <pc:spChg chg="mod">
          <ac:chgData name="김태영" userId="8443cd8f-b258-4c7c-bbdd-a870d3924868" providerId="ADAL" clId="{6EF2B050-A64A-4BE7-B111-B9976626CDAC}" dt="2023-03-08T04:31:36.131" v="942" actId="20577"/>
          <ac:spMkLst>
            <pc:docMk/>
            <pc:sldMk cId="698125102" sldId="312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9T18:55:13.936" v="15049" actId="164"/>
          <ac:spMkLst>
            <pc:docMk/>
            <pc:sldMk cId="698125102" sldId="312"/>
            <ac:spMk id="5" creationId="{B4AFEA0B-05E0-1B30-4C80-4C7E9BA76E96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5" creationId="{BFCF86AE-7845-2B80-8716-64084DDDA742}"/>
          </ac:spMkLst>
        </pc:spChg>
        <pc:spChg chg="add mod">
          <ac:chgData name="김태영" userId="8443cd8f-b258-4c7c-bbdd-a870d3924868" providerId="ADAL" clId="{6EF2B050-A64A-4BE7-B111-B9976626CDAC}" dt="2023-03-09T18:55:13.936" v="15049" actId="164"/>
          <ac:spMkLst>
            <pc:docMk/>
            <pc:sldMk cId="698125102" sldId="312"/>
            <ac:spMk id="6" creationId="{4169ED18-5AE5-ACE9-FFC9-3F49B1BF3AA7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7" creationId="{74B9C691-B495-90C9-FF2A-4AB3B66B92EA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8" creationId="{287A0EFE-8018-9E58-B8F4-EC03465C8658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9" creationId="{0FA9C031-38EC-F577-124C-58D21D34E4DB}"/>
          </ac:spMkLst>
        </pc:spChg>
        <pc:spChg chg="add mod">
          <ac:chgData name="김태영" userId="8443cd8f-b258-4c7c-bbdd-a870d3924868" providerId="ADAL" clId="{6EF2B050-A64A-4BE7-B111-B9976626CDAC}" dt="2023-03-09T18:55:13.936" v="15049" actId="164"/>
          <ac:spMkLst>
            <pc:docMk/>
            <pc:sldMk cId="698125102" sldId="312"/>
            <ac:spMk id="10" creationId="{F3A6633F-C0C6-E5A5-E01E-7B0A0BBC3907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1" creationId="{2255A1AD-C011-C605-C343-FC52370FD43D}"/>
          </ac:spMkLst>
        </pc:spChg>
        <pc:spChg chg="mod">
          <ac:chgData name="김태영" userId="8443cd8f-b258-4c7c-bbdd-a870d3924868" providerId="ADAL" clId="{6EF2B050-A64A-4BE7-B111-B9976626CDAC}" dt="2023-03-09T19:11:27.405" v="15406"/>
          <ac:spMkLst>
            <pc:docMk/>
            <pc:sldMk cId="698125102" sldId="312"/>
            <ac:spMk id="11" creationId="{F4BEA19D-D851-ECDA-B4FF-68FA50282B6B}"/>
          </ac:spMkLst>
        </pc:spChg>
        <pc:spChg chg="mod">
          <ac:chgData name="김태영" userId="8443cd8f-b258-4c7c-bbdd-a870d3924868" providerId="ADAL" clId="{6EF2B050-A64A-4BE7-B111-B9976626CDAC}" dt="2023-03-09T19:11:27.405" v="15406"/>
          <ac:spMkLst>
            <pc:docMk/>
            <pc:sldMk cId="698125102" sldId="312"/>
            <ac:spMk id="12" creationId="{9DD85AF7-6430-56FC-D859-D13F587E96A6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2" creationId="{B112AB8B-1025-D3E5-9AE6-7FD3FB709555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3" creationId="{9C46FEA7-B893-4733-89DE-E280F0EC7045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4" creationId="{77F3FD45-D7A9-ECE8-6F60-D3D918C47EF2}"/>
          </ac:spMkLst>
        </pc:spChg>
        <pc:spChg chg="add mod">
          <ac:chgData name="김태영" userId="8443cd8f-b258-4c7c-bbdd-a870d3924868" providerId="ADAL" clId="{6EF2B050-A64A-4BE7-B111-B9976626CDAC}" dt="2023-03-09T18:55:13.936" v="15049" actId="164"/>
          <ac:spMkLst>
            <pc:docMk/>
            <pc:sldMk cId="698125102" sldId="312"/>
            <ac:spMk id="15" creationId="{91F2E65D-CBFF-3B4A-67E1-7D627E3EA4E4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6" creationId="{E8521BE8-7FFB-A2C9-17BF-E91846E15E89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7" creationId="{A1A9B268-C9C9-3CDC-1C47-BF3CE3D6BABF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8" creationId="{46A12720-DFC8-5C39-AC3A-596434C938CC}"/>
          </ac:spMkLst>
        </pc:spChg>
        <pc:spChg chg="del">
          <ac:chgData name="김태영" userId="8443cd8f-b258-4c7c-bbdd-a870d3924868" providerId="ADAL" clId="{6EF2B050-A64A-4BE7-B111-B9976626CDAC}" dt="2023-03-08T04:31:38.946" v="943" actId="478"/>
          <ac:spMkLst>
            <pc:docMk/>
            <pc:sldMk cId="698125102" sldId="312"/>
            <ac:spMk id="19" creationId="{258C76D8-29A6-4CBC-FD7E-D1EAD35014AA}"/>
          </ac:spMkLst>
        </pc:spChg>
        <pc:spChg chg="add mod">
          <ac:chgData name="김태영" userId="8443cd8f-b258-4c7c-bbdd-a870d3924868" providerId="ADAL" clId="{6EF2B050-A64A-4BE7-B111-B9976626CDAC}" dt="2023-03-09T18:55:09.180" v="15048" actId="1076"/>
          <ac:spMkLst>
            <pc:docMk/>
            <pc:sldMk cId="698125102" sldId="312"/>
            <ac:spMk id="20" creationId="{24F4D0F0-D9D2-B42E-B75A-EBAD2DFDFBA8}"/>
          </ac:spMkLst>
        </pc:spChg>
        <pc:spChg chg="add mod">
          <ac:chgData name="김태영" userId="8443cd8f-b258-4c7c-bbdd-a870d3924868" providerId="ADAL" clId="{6EF2B050-A64A-4BE7-B111-B9976626CDAC}" dt="2023-03-09T18:55:03.641" v="15046" actId="1076"/>
          <ac:spMkLst>
            <pc:docMk/>
            <pc:sldMk cId="698125102" sldId="312"/>
            <ac:spMk id="21" creationId="{E3DB3E5B-36F7-EC64-6CDA-760738315F1E}"/>
          </ac:spMkLst>
        </pc:spChg>
        <pc:grpChg chg="add mod">
          <ac:chgData name="김태영" userId="8443cd8f-b258-4c7c-bbdd-a870d3924868" providerId="ADAL" clId="{6EF2B050-A64A-4BE7-B111-B9976626CDAC}" dt="2023-03-09T18:55:13.936" v="15049" actId="164"/>
          <ac:grpSpMkLst>
            <pc:docMk/>
            <pc:sldMk cId="698125102" sldId="312"/>
            <ac:grpSpMk id="7" creationId="{067603A6-F7E1-47D1-68F6-B6E414D4F2B2}"/>
          </ac:grpSpMkLst>
        </pc:grpChg>
        <pc:grpChg chg="add del mod">
          <ac:chgData name="김태영" userId="8443cd8f-b258-4c7c-bbdd-a870d3924868" providerId="ADAL" clId="{6EF2B050-A64A-4BE7-B111-B9976626CDAC}" dt="2023-03-09T19:11:27.920" v="15407"/>
          <ac:grpSpMkLst>
            <pc:docMk/>
            <pc:sldMk cId="698125102" sldId="312"/>
            <ac:grpSpMk id="8" creationId="{98B9C8ED-BA5F-2CA5-FCF5-4E24424F3179}"/>
          </ac:grpSpMkLst>
        </pc:grpChg>
        <pc:picChg chg="mod">
          <ac:chgData name="김태영" userId="8443cd8f-b258-4c7c-bbdd-a870d3924868" providerId="ADAL" clId="{6EF2B050-A64A-4BE7-B111-B9976626CDAC}" dt="2023-03-09T19:11:27.405" v="15406"/>
          <ac:picMkLst>
            <pc:docMk/>
            <pc:sldMk cId="698125102" sldId="312"/>
            <ac:picMk id="9" creationId="{86C46AA9-202B-9E74-47E4-A249A37E4BCF}"/>
          </ac:picMkLst>
        </pc:picChg>
      </pc:sldChg>
      <pc:sldChg chg="del">
        <pc:chgData name="김태영" userId="8443cd8f-b258-4c7c-bbdd-a870d3924868" providerId="ADAL" clId="{6EF2B050-A64A-4BE7-B111-B9976626CDAC}" dt="2023-03-07T07:56:33.942" v="2" actId="47"/>
        <pc:sldMkLst>
          <pc:docMk/>
          <pc:sldMk cId="2505140003" sldId="313"/>
        </pc:sldMkLst>
      </pc:sldChg>
      <pc:sldChg chg="addSp delSp modSp add mod modAnim modNotesTx">
        <pc:chgData name="김태영" userId="8443cd8f-b258-4c7c-bbdd-a870d3924868" providerId="ADAL" clId="{6EF2B050-A64A-4BE7-B111-B9976626CDAC}" dt="2023-03-09T19:11:50.983" v="15414"/>
        <pc:sldMkLst>
          <pc:docMk/>
          <pc:sldMk cId="2609301338" sldId="313"/>
        </pc:sldMkLst>
        <pc:spChg chg="mod">
          <ac:chgData name="김태영" userId="8443cd8f-b258-4c7c-bbdd-a870d3924868" providerId="ADAL" clId="{6EF2B050-A64A-4BE7-B111-B9976626CDAC}" dt="2023-03-09T08:03:32.998" v="6096" actId="20577"/>
          <ac:spMkLst>
            <pc:docMk/>
            <pc:sldMk cId="2609301338" sldId="313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9T18:55:52.791" v="15054" actId="1076"/>
          <ac:spMkLst>
            <pc:docMk/>
            <pc:sldMk cId="2609301338" sldId="313"/>
            <ac:spMk id="5" creationId="{FB0EF200-409B-C3C8-F2B9-E58A56B1C854}"/>
          </ac:spMkLst>
        </pc:spChg>
        <pc:spChg chg="add mod">
          <ac:chgData name="김태영" userId="8443cd8f-b258-4c7c-bbdd-a870d3924868" providerId="ADAL" clId="{6EF2B050-A64A-4BE7-B111-B9976626CDAC}" dt="2023-03-09T18:56:50.576" v="15137" actId="164"/>
          <ac:spMkLst>
            <pc:docMk/>
            <pc:sldMk cId="2609301338" sldId="313"/>
            <ac:spMk id="6" creationId="{EF0FDBD1-39E8-4816-E69E-B7AE97651DEB}"/>
          </ac:spMkLst>
        </pc:spChg>
        <pc:spChg chg="add mod">
          <ac:chgData name="김태영" userId="8443cd8f-b258-4c7c-bbdd-a870d3924868" providerId="ADAL" clId="{6EF2B050-A64A-4BE7-B111-B9976626CDAC}" dt="2023-03-09T19:11:50.148" v="15413" actId="164"/>
          <ac:spMkLst>
            <pc:docMk/>
            <pc:sldMk cId="2609301338" sldId="313"/>
            <ac:spMk id="11" creationId="{A9775A96-75CE-D6C6-9786-A5D3524D7398}"/>
          </ac:spMkLst>
        </pc:spChg>
        <pc:spChg chg="add del mod">
          <ac:chgData name="김태영" userId="8443cd8f-b258-4c7c-bbdd-a870d3924868" providerId="ADAL" clId="{6EF2B050-A64A-4BE7-B111-B9976626CDAC}" dt="2023-03-09T19:00:22.561" v="15399"/>
          <ac:spMkLst>
            <pc:docMk/>
            <pc:sldMk cId="2609301338" sldId="313"/>
            <ac:spMk id="12" creationId="{0EF1BF2B-C544-7B7E-4644-7A121FC15C6E}"/>
          </ac:spMkLst>
        </pc:spChg>
        <pc:spChg chg="mod">
          <ac:chgData name="김태영" userId="8443cd8f-b258-4c7c-bbdd-a870d3924868" providerId="ADAL" clId="{6EF2B050-A64A-4BE7-B111-B9976626CDAC}" dt="2023-03-09T19:11:29.108" v="15408"/>
          <ac:spMkLst>
            <pc:docMk/>
            <pc:sldMk cId="2609301338" sldId="313"/>
            <ac:spMk id="15" creationId="{6BCA78A0-BFF9-8FFB-295C-B4BD9D451563}"/>
          </ac:spMkLst>
        </pc:spChg>
        <pc:spChg chg="mod">
          <ac:chgData name="김태영" userId="8443cd8f-b258-4c7c-bbdd-a870d3924868" providerId="ADAL" clId="{6EF2B050-A64A-4BE7-B111-B9976626CDAC}" dt="2023-03-09T19:11:29.108" v="15408"/>
          <ac:spMkLst>
            <pc:docMk/>
            <pc:sldMk cId="2609301338" sldId="313"/>
            <ac:spMk id="16" creationId="{73082E0B-F8BE-CACB-52DA-C9FF480489D3}"/>
          </ac:spMkLst>
        </pc:spChg>
        <pc:grpChg chg="add mod">
          <ac:chgData name="김태영" userId="8443cd8f-b258-4c7c-bbdd-a870d3924868" providerId="ADAL" clId="{6EF2B050-A64A-4BE7-B111-B9976626CDAC}" dt="2023-03-09T18:56:50.576" v="15137" actId="164"/>
          <ac:grpSpMkLst>
            <pc:docMk/>
            <pc:sldMk cId="2609301338" sldId="313"/>
            <ac:grpSpMk id="7" creationId="{1ADB61DF-E9FC-BE87-8708-A0315552EFC0}"/>
          </ac:grpSpMkLst>
        </pc:grpChg>
        <pc:grpChg chg="add mod">
          <ac:chgData name="김태영" userId="8443cd8f-b258-4c7c-bbdd-a870d3924868" providerId="ADAL" clId="{6EF2B050-A64A-4BE7-B111-B9976626CDAC}" dt="2023-03-09T18:56:50.576" v="15137" actId="164"/>
          <ac:grpSpMkLst>
            <pc:docMk/>
            <pc:sldMk cId="2609301338" sldId="313"/>
            <ac:grpSpMk id="10" creationId="{5AC5D11D-5D07-6F4C-37EF-4C2A7DCD2867}"/>
          </ac:grpSpMkLst>
        </pc:grpChg>
        <pc:grpChg chg="add mod">
          <ac:chgData name="김태영" userId="8443cd8f-b258-4c7c-bbdd-a870d3924868" providerId="ADAL" clId="{6EF2B050-A64A-4BE7-B111-B9976626CDAC}" dt="2023-03-09T19:11:50.148" v="15413" actId="164"/>
          <ac:grpSpMkLst>
            <pc:docMk/>
            <pc:sldMk cId="2609301338" sldId="313"/>
            <ac:grpSpMk id="13" creationId="{DBC5B074-6B09-6BDA-8D9A-6964532B4DB3}"/>
          </ac:grpSpMkLst>
        </pc:grpChg>
        <pc:grpChg chg="add mod">
          <ac:chgData name="김태영" userId="8443cd8f-b258-4c7c-bbdd-a870d3924868" providerId="ADAL" clId="{6EF2B050-A64A-4BE7-B111-B9976626CDAC}" dt="2023-03-09T19:11:50.148" v="15413" actId="164"/>
          <ac:grpSpMkLst>
            <pc:docMk/>
            <pc:sldMk cId="2609301338" sldId="313"/>
            <ac:grpSpMk id="17" creationId="{8812A19E-7071-11B0-520D-BE307A01F25C}"/>
          </ac:grpSpMkLst>
        </pc:grpChg>
        <pc:picChg chg="mod">
          <ac:chgData name="김태영" userId="8443cd8f-b258-4c7c-bbdd-a870d3924868" providerId="ADAL" clId="{6EF2B050-A64A-4BE7-B111-B9976626CDAC}" dt="2023-03-09T18:56:13.264" v="15082"/>
          <ac:picMkLst>
            <pc:docMk/>
            <pc:sldMk cId="2609301338" sldId="313"/>
            <ac:picMk id="8" creationId="{80F2E5FA-F47D-FC2C-F836-D8AAE6044537}"/>
          </ac:picMkLst>
        </pc:picChg>
        <pc:picChg chg="mod">
          <ac:chgData name="김태영" userId="8443cd8f-b258-4c7c-bbdd-a870d3924868" providerId="ADAL" clId="{6EF2B050-A64A-4BE7-B111-B9976626CDAC}" dt="2023-03-09T19:11:29.108" v="15408"/>
          <ac:picMkLst>
            <pc:docMk/>
            <pc:sldMk cId="2609301338" sldId="313"/>
            <ac:picMk id="14" creationId="{481C222A-0BE8-1384-B03C-3FB27558CDF7}"/>
          </ac:picMkLst>
        </pc:picChg>
        <pc:cxnChg chg="mod">
          <ac:chgData name="김태영" userId="8443cd8f-b258-4c7c-bbdd-a870d3924868" providerId="ADAL" clId="{6EF2B050-A64A-4BE7-B111-B9976626CDAC}" dt="2023-03-09T18:56:13.264" v="15082"/>
          <ac:cxnSpMkLst>
            <pc:docMk/>
            <pc:sldMk cId="2609301338" sldId="313"/>
            <ac:cxnSpMk id="9" creationId="{DFDA703D-2212-E906-1C9A-E6B6E75585C3}"/>
          </ac:cxnSpMkLst>
        </pc:cxnChg>
      </pc:sldChg>
      <pc:sldChg chg="addSp delSp modSp add del mod delAnim modAnim modNotesTx">
        <pc:chgData name="김태영" userId="8443cd8f-b258-4c7c-bbdd-a870d3924868" providerId="ADAL" clId="{6EF2B050-A64A-4BE7-B111-B9976626CDAC}" dt="2023-03-08T08:22:03.633" v="3434" actId="47"/>
        <pc:sldMkLst>
          <pc:docMk/>
          <pc:sldMk cId="2602226783" sldId="314"/>
        </pc:sldMkLst>
        <pc:spChg chg="mod">
          <ac:chgData name="김태영" userId="8443cd8f-b258-4c7c-bbdd-a870d3924868" providerId="ADAL" clId="{6EF2B050-A64A-4BE7-B111-B9976626CDAC}" dt="2023-03-08T07:41:38.999" v="2940" actId="20577"/>
          <ac:spMkLst>
            <pc:docMk/>
            <pc:sldMk cId="2602226783" sldId="314"/>
            <ac:spMk id="3" creationId="{7AF2682B-9D3A-04E2-A34C-9196EC9F7072}"/>
          </ac:spMkLst>
        </pc:spChg>
        <pc:spChg chg="del">
          <ac:chgData name="김태영" userId="8443cd8f-b258-4c7c-bbdd-a870d3924868" providerId="ADAL" clId="{6EF2B050-A64A-4BE7-B111-B9976626CDAC}" dt="2023-03-08T06:07:47.739" v="1762" actId="478"/>
          <ac:spMkLst>
            <pc:docMk/>
            <pc:sldMk cId="2602226783" sldId="314"/>
            <ac:spMk id="5" creationId="{BFCF86AE-7845-2B80-8716-64084DDDA742}"/>
          </ac:spMkLst>
        </pc:spChg>
        <pc:spChg chg="add mod">
          <ac:chgData name="김태영" userId="8443cd8f-b258-4c7c-bbdd-a870d3924868" providerId="ADAL" clId="{6EF2B050-A64A-4BE7-B111-B9976626CDAC}" dt="2023-03-08T06:08:13.944" v="1774" actId="1076"/>
          <ac:spMkLst>
            <pc:docMk/>
            <pc:sldMk cId="2602226783" sldId="314"/>
            <ac:spMk id="20" creationId="{789A5616-BF3C-B2EB-1D31-0C18E89B4E80}"/>
          </ac:spMkLst>
        </pc:spChg>
        <pc:spChg chg="add del">
          <ac:chgData name="김태영" userId="8443cd8f-b258-4c7c-bbdd-a870d3924868" providerId="ADAL" clId="{6EF2B050-A64A-4BE7-B111-B9976626CDAC}" dt="2023-03-08T06:14:09.216" v="1787" actId="22"/>
          <ac:spMkLst>
            <pc:docMk/>
            <pc:sldMk cId="2602226783" sldId="314"/>
            <ac:spMk id="22" creationId="{C49F29FC-E2D5-40A0-CAD8-E699584D97D5}"/>
          </ac:spMkLst>
        </pc:spChg>
        <pc:spChg chg="mod">
          <ac:chgData name="김태영" userId="8443cd8f-b258-4c7c-bbdd-a870d3924868" providerId="ADAL" clId="{6EF2B050-A64A-4BE7-B111-B9976626CDAC}" dt="2023-03-08T07:41:33.587" v="2931" actId="404"/>
          <ac:spMkLst>
            <pc:docMk/>
            <pc:sldMk cId="2602226783" sldId="314"/>
            <ac:spMk id="24" creationId="{0808D1CB-A047-FCB0-DAD0-6C224E6222EF}"/>
          </ac:spMkLst>
        </pc:spChg>
        <pc:spChg chg="mod">
          <ac:chgData name="김태영" userId="8443cd8f-b258-4c7c-bbdd-a870d3924868" providerId="ADAL" clId="{6EF2B050-A64A-4BE7-B111-B9976626CDAC}" dt="2023-03-08T07:41:33.587" v="2931" actId="404"/>
          <ac:spMkLst>
            <pc:docMk/>
            <pc:sldMk cId="2602226783" sldId="314"/>
            <ac:spMk id="25" creationId="{A1D4492E-DBB9-A1C3-07C5-EDFF66B01F61}"/>
          </ac:spMkLst>
        </pc:spChg>
        <pc:spChg chg="mod">
          <ac:chgData name="김태영" userId="8443cd8f-b258-4c7c-bbdd-a870d3924868" providerId="ADAL" clId="{6EF2B050-A64A-4BE7-B111-B9976626CDAC}" dt="2023-03-08T07:41:33.587" v="2931" actId="404"/>
          <ac:spMkLst>
            <pc:docMk/>
            <pc:sldMk cId="2602226783" sldId="314"/>
            <ac:spMk id="26" creationId="{3B0AC0E9-BA70-0587-F1B7-64E81B1C9CC0}"/>
          </ac:spMkLst>
        </pc:spChg>
        <pc:grpChg chg="del">
          <ac:chgData name="김태영" userId="8443cd8f-b258-4c7c-bbdd-a870d3924868" providerId="ADAL" clId="{6EF2B050-A64A-4BE7-B111-B9976626CDAC}" dt="2023-03-08T06:07:49.420" v="1763" actId="478"/>
          <ac:grpSpMkLst>
            <pc:docMk/>
            <pc:sldMk cId="2602226783" sldId="314"/>
            <ac:grpSpMk id="6" creationId="{E9662360-86C4-BE58-1B4F-62F147F54D59}"/>
          </ac:grpSpMkLst>
        </pc:grpChg>
        <pc:grpChg chg="del">
          <ac:chgData name="김태영" userId="8443cd8f-b258-4c7c-bbdd-a870d3924868" providerId="ADAL" clId="{6EF2B050-A64A-4BE7-B111-B9976626CDAC}" dt="2023-03-08T06:07:49.420" v="1763" actId="478"/>
          <ac:grpSpMkLst>
            <pc:docMk/>
            <pc:sldMk cId="2602226783" sldId="314"/>
            <ac:grpSpMk id="10" creationId="{83D6C4A5-CF15-940F-E3AD-DB97F4476193}"/>
          </ac:grpSpMkLst>
        </pc:grpChg>
        <pc:grpChg chg="del">
          <ac:chgData name="김태영" userId="8443cd8f-b258-4c7c-bbdd-a870d3924868" providerId="ADAL" clId="{6EF2B050-A64A-4BE7-B111-B9976626CDAC}" dt="2023-03-08T06:07:49.420" v="1763" actId="478"/>
          <ac:grpSpMkLst>
            <pc:docMk/>
            <pc:sldMk cId="2602226783" sldId="314"/>
            <ac:grpSpMk id="15" creationId="{9423CFFE-C00F-15D2-65EF-80B8A55FDBEF}"/>
          </ac:grpSpMkLst>
        </pc:grpChg>
        <pc:grpChg chg="add del mod">
          <ac:chgData name="김태영" userId="8443cd8f-b258-4c7c-bbdd-a870d3924868" providerId="ADAL" clId="{6EF2B050-A64A-4BE7-B111-B9976626CDAC}" dt="2023-03-08T07:41:35.259" v="2932" actId="478"/>
          <ac:grpSpMkLst>
            <pc:docMk/>
            <pc:sldMk cId="2602226783" sldId="314"/>
            <ac:grpSpMk id="23" creationId="{0342FFED-DCEE-C369-9D06-A3C32A4A8F00}"/>
          </ac:grpSpMkLst>
        </pc:grpChg>
      </pc:sldChg>
      <pc:sldChg chg="del">
        <pc:chgData name="김태영" userId="8443cd8f-b258-4c7c-bbdd-a870d3924868" providerId="ADAL" clId="{6EF2B050-A64A-4BE7-B111-B9976626CDAC}" dt="2023-03-07T07:56:33.630" v="0" actId="47"/>
        <pc:sldMkLst>
          <pc:docMk/>
          <pc:sldMk cId="3109780887" sldId="314"/>
        </pc:sldMkLst>
      </pc:sldChg>
      <pc:sldChg chg="addSp delSp modSp add mod modAnim modNotesTx">
        <pc:chgData name="김태영" userId="8443cd8f-b258-4c7c-bbdd-a870d3924868" providerId="ADAL" clId="{6EF2B050-A64A-4BE7-B111-B9976626CDAC}" dt="2023-03-09T16:18:06.422" v="10056"/>
        <pc:sldMkLst>
          <pc:docMk/>
          <pc:sldMk cId="1933107305" sldId="315"/>
        </pc:sldMkLst>
        <pc:spChg chg="mod">
          <ac:chgData name="김태영" userId="8443cd8f-b258-4c7c-bbdd-a870d3924868" providerId="ADAL" clId="{6EF2B050-A64A-4BE7-B111-B9976626CDAC}" dt="2023-03-08T08:35:22.432" v="3757" actId="1036"/>
          <ac:spMkLst>
            <pc:docMk/>
            <pc:sldMk cId="1933107305" sldId="315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8T08:35:27.188" v="3784" actId="1037"/>
          <ac:spMkLst>
            <pc:docMk/>
            <pc:sldMk cId="1933107305" sldId="315"/>
            <ac:spMk id="6" creationId="{01AA1632-4AF9-637A-0C4E-69106E16D824}"/>
          </ac:spMkLst>
        </pc:spChg>
        <pc:spChg chg="add mod">
          <ac:chgData name="김태영" userId="8443cd8f-b258-4c7c-bbdd-a870d3924868" providerId="ADAL" clId="{6EF2B050-A64A-4BE7-B111-B9976626CDAC}" dt="2023-03-09T16:06:11.696" v="9091" actId="1076"/>
          <ac:spMkLst>
            <pc:docMk/>
            <pc:sldMk cId="1933107305" sldId="315"/>
            <ac:spMk id="10" creationId="{348705CA-1F0B-63DB-8F20-3346C14E7F77}"/>
          </ac:spMkLst>
        </pc:spChg>
        <pc:spChg chg="add mod">
          <ac:chgData name="김태영" userId="8443cd8f-b258-4c7c-bbdd-a870d3924868" providerId="ADAL" clId="{6EF2B050-A64A-4BE7-B111-B9976626CDAC}" dt="2023-03-09T16:17:50.374" v="10051" actId="164"/>
          <ac:spMkLst>
            <pc:docMk/>
            <pc:sldMk cId="1933107305" sldId="315"/>
            <ac:spMk id="11" creationId="{8FCC13E4-B33D-E744-FC60-2B69775F9B3D}"/>
          </ac:spMkLst>
        </pc:spChg>
        <pc:spChg chg="add mod">
          <ac:chgData name="김태영" userId="8443cd8f-b258-4c7c-bbdd-a870d3924868" providerId="ADAL" clId="{6EF2B050-A64A-4BE7-B111-B9976626CDAC}" dt="2023-03-09T16:08:33.764" v="9424" actId="164"/>
          <ac:spMkLst>
            <pc:docMk/>
            <pc:sldMk cId="1933107305" sldId="315"/>
            <ac:spMk id="12" creationId="{6FFB003B-D164-3527-372E-ED6DC2BD6044}"/>
          </ac:spMkLst>
        </pc:spChg>
        <pc:spChg chg="add del mod">
          <ac:chgData name="김태영" userId="8443cd8f-b258-4c7c-bbdd-a870d3924868" providerId="ADAL" clId="{6EF2B050-A64A-4BE7-B111-B9976626CDAC}" dt="2023-03-09T16:05:11.514" v="9077"/>
          <ac:spMkLst>
            <pc:docMk/>
            <pc:sldMk cId="1933107305" sldId="315"/>
            <ac:spMk id="14" creationId="{A7EC8631-A773-A90C-A260-1AB46E6859F5}"/>
          </ac:spMkLst>
        </pc:spChg>
        <pc:spChg chg="add mod">
          <ac:chgData name="김태영" userId="8443cd8f-b258-4c7c-bbdd-a870d3924868" providerId="ADAL" clId="{6EF2B050-A64A-4BE7-B111-B9976626CDAC}" dt="2023-03-09T16:09:51.124" v="9495" actId="1038"/>
          <ac:spMkLst>
            <pc:docMk/>
            <pc:sldMk cId="1933107305" sldId="315"/>
            <ac:spMk id="15" creationId="{0EB9111A-4817-D8BA-A2C2-2B412246BA2B}"/>
          </ac:spMkLst>
        </pc:spChg>
        <pc:spChg chg="add mod">
          <ac:chgData name="김태영" userId="8443cd8f-b258-4c7c-bbdd-a870d3924868" providerId="ADAL" clId="{6EF2B050-A64A-4BE7-B111-B9976626CDAC}" dt="2023-03-09T16:17:50.374" v="10051" actId="164"/>
          <ac:spMkLst>
            <pc:docMk/>
            <pc:sldMk cId="1933107305" sldId="315"/>
            <ac:spMk id="16" creationId="{EDA83619-922D-5458-AE41-05B22CB48A40}"/>
          </ac:spMkLst>
        </pc:spChg>
        <pc:spChg chg="add mod">
          <ac:chgData name="김태영" userId="8443cd8f-b258-4c7c-bbdd-a870d3924868" providerId="ADAL" clId="{6EF2B050-A64A-4BE7-B111-B9976626CDAC}" dt="2023-03-09T16:17:59.561" v="10053" actId="164"/>
          <ac:spMkLst>
            <pc:docMk/>
            <pc:sldMk cId="1933107305" sldId="315"/>
            <ac:spMk id="17" creationId="{33F1B714-C6F5-B96C-6C29-61B2E3CA6537}"/>
          </ac:spMkLst>
        </pc:spChg>
        <pc:spChg chg="add mod">
          <ac:chgData name="김태영" userId="8443cd8f-b258-4c7c-bbdd-a870d3924868" providerId="ADAL" clId="{6EF2B050-A64A-4BE7-B111-B9976626CDAC}" dt="2023-03-09T16:17:59.561" v="10053" actId="164"/>
          <ac:spMkLst>
            <pc:docMk/>
            <pc:sldMk cId="1933107305" sldId="315"/>
            <ac:spMk id="18" creationId="{5F3433A6-94A8-B918-CB2B-CCB4C4349C41}"/>
          </ac:spMkLst>
        </pc:spChg>
        <pc:spChg chg="del">
          <ac:chgData name="김태영" userId="8443cd8f-b258-4c7c-bbdd-a870d3924868" providerId="ADAL" clId="{6EF2B050-A64A-4BE7-B111-B9976626CDAC}" dt="2023-03-08T06:13:59.675" v="1783" actId="478"/>
          <ac:spMkLst>
            <pc:docMk/>
            <pc:sldMk cId="1933107305" sldId="315"/>
            <ac:spMk id="20" creationId="{789A5616-BF3C-B2EB-1D31-0C18E89B4E80}"/>
          </ac:spMkLst>
        </pc:spChg>
        <pc:spChg chg="add mod">
          <ac:chgData name="김태영" userId="8443cd8f-b258-4c7c-bbdd-a870d3924868" providerId="ADAL" clId="{6EF2B050-A64A-4BE7-B111-B9976626CDAC}" dt="2023-03-09T16:18:04.811" v="10055" actId="164"/>
          <ac:spMkLst>
            <pc:docMk/>
            <pc:sldMk cId="1933107305" sldId="315"/>
            <ac:spMk id="20" creationId="{F63CC33E-C721-E2E6-BDA5-01BCBCF2FEDF}"/>
          </ac:spMkLst>
        </pc:spChg>
        <pc:spChg chg="add mod">
          <ac:chgData name="김태영" userId="8443cd8f-b258-4c7c-bbdd-a870d3924868" providerId="ADAL" clId="{6EF2B050-A64A-4BE7-B111-B9976626CDAC}" dt="2023-03-09T16:18:04.811" v="10055" actId="164"/>
          <ac:spMkLst>
            <pc:docMk/>
            <pc:sldMk cId="1933107305" sldId="315"/>
            <ac:spMk id="21" creationId="{C2B81693-858E-D930-5BE3-C3C77F0E55FE}"/>
          </ac:spMkLst>
        </pc:spChg>
        <pc:grpChg chg="add mod">
          <ac:chgData name="김태영" userId="8443cd8f-b258-4c7c-bbdd-a870d3924868" providerId="ADAL" clId="{6EF2B050-A64A-4BE7-B111-B9976626CDAC}" dt="2023-03-09T16:09:54.970" v="9496" actId="1076"/>
          <ac:grpSpMkLst>
            <pc:docMk/>
            <pc:sldMk cId="1933107305" sldId="315"/>
            <ac:grpSpMk id="19" creationId="{11A15BA0-E334-D8B5-491B-0B741B8DF180}"/>
          </ac:grpSpMkLst>
        </pc:grpChg>
        <pc:grpChg chg="add mod">
          <ac:chgData name="김태영" userId="8443cd8f-b258-4c7c-bbdd-a870d3924868" providerId="ADAL" clId="{6EF2B050-A64A-4BE7-B111-B9976626CDAC}" dt="2023-03-09T16:17:50.374" v="10051" actId="164"/>
          <ac:grpSpMkLst>
            <pc:docMk/>
            <pc:sldMk cId="1933107305" sldId="315"/>
            <ac:grpSpMk id="22" creationId="{7C55876F-3A5A-9D08-909A-B4BD2B46D5A7}"/>
          </ac:grpSpMkLst>
        </pc:grpChg>
        <pc:grpChg chg="add mod">
          <ac:chgData name="김태영" userId="8443cd8f-b258-4c7c-bbdd-a870d3924868" providerId="ADAL" clId="{6EF2B050-A64A-4BE7-B111-B9976626CDAC}" dt="2023-03-09T16:17:59.561" v="10053" actId="164"/>
          <ac:grpSpMkLst>
            <pc:docMk/>
            <pc:sldMk cId="1933107305" sldId="315"/>
            <ac:grpSpMk id="23" creationId="{0F12E916-2716-71D6-66E0-2681164CB964}"/>
          </ac:grpSpMkLst>
        </pc:grpChg>
        <pc:grpChg chg="add mod">
          <ac:chgData name="김태영" userId="8443cd8f-b258-4c7c-bbdd-a870d3924868" providerId="ADAL" clId="{6EF2B050-A64A-4BE7-B111-B9976626CDAC}" dt="2023-03-09T16:18:04.811" v="10055" actId="164"/>
          <ac:grpSpMkLst>
            <pc:docMk/>
            <pc:sldMk cId="1933107305" sldId="315"/>
            <ac:grpSpMk id="24" creationId="{D5216015-0910-E284-1C11-AF30B12F5D0F}"/>
          </ac:grpSpMkLst>
        </pc:grpChg>
        <pc:picChg chg="add mod">
          <ac:chgData name="김태영" userId="8443cd8f-b258-4c7c-bbdd-a870d3924868" providerId="ADAL" clId="{6EF2B050-A64A-4BE7-B111-B9976626CDAC}" dt="2023-03-08T08:35:27.188" v="3784" actId="1037"/>
          <ac:picMkLst>
            <pc:docMk/>
            <pc:sldMk cId="1933107305" sldId="315"/>
            <ac:picMk id="5" creationId="{BACB7AFE-59A3-7829-A590-15EF88AFA5AC}"/>
          </ac:picMkLst>
        </pc:picChg>
        <pc:picChg chg="add mod">
          <ac:chgData name="김태영" userId="8443cd8f-b258-4c7c-bbdd-a870d3924868" providerId="ADAL" clId="{6EF2B050-A64A-4BE7-B111-B9976626CDAC}" dt="2023-03-09T16:13:23.889" v="9869" actId="1076"/>
          <ac:picMkLst>
            <pc:docMk/>
            <pc:sldMk cId="1933107305" sldId="315"/>
            <ac:picMk id="8" creationId="{2CF4B5FD-32E5-38FA-F3F5-719CE641D321}"/>
          </ac:picMkLst>
        </pc:picChg>
        <pc:picChg chg="add mod">
          <ac:chgData name="김태영" userId="8443cd8f-b258-4c7c-bbdd-a870d3924868" providerId="ADAL" clId="{6EF2B050-A64A-4BE7-B111-B9976626CDAC}" dt="2023-03-09T16:08:33.764" v="9424" actId="164"/>
          <ac:picMkLst>
            <pc:docMk/>
            <pc:sldMk cId="1933107305" sldId="315"/>
            <ac:picMk id="9" creationId="{F680773E-8EBF-9AF4-C1C8-4F49A6B30842}"/>
          </ac:picMkLst>
        </pc:picChg>
        <pc:picChg chg="add del mod">
          <ac:chgData name="김태영" userId="8443cd8f-b258-4c7c-bbdd-a870d3924868" providerId="ADAL" clId="{6EF2B050-A64A-4BE7-B111-B9976626CDAC}" dt="2023-03-09T16:05:11.514" v="9077"/>
          <ac:picMkLst>
            <pc:docMk/>
            <pc:sldMk cId="1933107305" sldId="315"/>
            <ac:picMk id="13" creationId="{EF9032DF-3B9E-58EE-B209-588FE6418585}"/>
          </ac:picMkLst>
        </pc:picChg>
      </pc:sldChg>
      <pc:sldChg chg="del">
        <pc:chgData name="김태영" userId="8443cd8f-b258-4c7c-bbdd-a870d3924868" providerId="ADAL" clId="{6EF2B050-A64A-4BE7-B111-B9976626CDAC}" dt="2023-03-07T07:56:34.111" v="3" actId="47"/>
        <pc:sldMkLst>
          <pc:docMk/>
          <pc:sldMk cId="3345910091" sldId="315"/>
        </pc:sldMkLst>
      </pc:sldChg>
      <pc:sldChg chg="addSp delSp modSp add mod modAnim modNotesTx">
        <pc:chgData name="김태영" userId="8443cd8f-b258-4c7c-bbdd-a870d3924868" providerId="ADAL" clId="{6EF2B050-A64A-4BE7-B111-B9976626CDAC}" dt="2023-03-10T02:32:04.721" v="15610" actId="115"/>
        <pc:sldMkLst>
          <pc:docMk/>
          <pc:sldMk cId="3784494429" sldId="316"/>
        </pc:sldMkLst>
        <pc:spChg chg="mod">
          <ac:chgData name="김태영" userId="8443cd8f-b258-4c7c-bbdd-a870d3924868" providerId="ADAL" clId="{6EF2B050-A64A-4BE7-B111-B9976626CDAC}" dt="2023-03-08T07:41:44.889" v="2947" actId="14100"/>
          <ac:spMkLst>
            <pc:docMk/>
            <pc:sldMk cId="3784494429" sldId="316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10T02:27:44.706" v="15566" actId="115"/>
          <ac:spMkLst>
            <pc:docMk/>
            <pc:sldMk cId="3784494429" sldId="316"/>
            <ac:spMk id="5" creationId="{DF34FA58-6DA9-3363-AA36-4AD7BB33DCFD}"/>
          </ac:spMkLst>
        </pc:spChg>
        <pc:spChg chg="add mod">
          <ac:chgData name="김태영" userId="8443cd8f-b258-4c7c-bbdd-a870d3924868" providerId="ADAL" clId="{6EF2B050-A64A-4BE7-B111-B9976626CDAC}" dt="2023-03-08T08:34:21.969" v="3607" actId="1036"/>
          <ac:spMkLst>
            <pc:docMk/>
            <pc:sldMk cId="3784494429" sldId="316"/>
            <ac:spMk id="11" creationId="{8784830E-28D9-A0C0-B0F2-0D5781D595CC}"/>
          </ac:spMkLst>
        </pc:spChg>
        <pc:spChg chg="add mod">
          <ac:chgData name="김태영" userId="8443cd8f-b258-4c7c-bbdd-a870d3924868" providerId="ADAL" clId="{6EF2B050-A64A-4BE7-B111-B9976626CDAC}" dt="2023-03-10T02:32:04.721" v="15610" actId="115"/>
          <ac:spMkLst>
            <pc:docMk/>
            <pc:sldMk cId="3784494429" sldId="316"/>
            <ac:spMk id="12" creationId="{DCB3AC35-106F-7149-6D65-67904B73E5AA}"/>
          </ac:spMkLst>
        </pc:spChg>
        <pc:spChg chg="mod">
          <ac:chgData name="김태영" userId="8443cd8f-b258-4c7c-bbdd-a870d3924868" providerId="ADAL" clId="{6EF2B050-A64A-4BE7-B111-B9976626CDAC}" dt="2023-03-08T08:31:49.694" v="3515"/>
          <ac:spMkLst>
            <pc:docMk/>
            <pc:sldMk cId="3784494429" sldId="316"/>
            <ac:spMk id="20" creationId="{789A5616-BF3C-B2EB-1D31-0C18E89B4E80}"/>
          </ac:spMkLst>
        </pc:spChg>
        <pc:grpChg chg="add mod">
          <ac:chgData name="김태영" userId="8443cd8f-b258-4c7c-bbdd-a870d3924868" providerId="ADAL" clId="{6EF2B050-A64A-4BE7-B111-B9976626CDAC}" dt="2023-03-09T08:05:44.582" v="6165" actId="164"/>
          <ac:grpSpMkLst>
            <pc:docMk/>
            <pc:sldMk cId="3784494429" sldId="316"/>
            <ac:grpSpMk id="6" creationId="{F822191B-AFCC-CF26-F5A1-E6DF2D83E838}"/>
          </ac:grpSpMkLst>
        </pc:grpChg>
        <pc:picChg chg="add del mod">
          <ac:chgData name="김태영" userId="8443cd8f-b258-4c7c-bbdd-a870d3924868" providerId="ADAL" clId="{6EF2B050-A64A-4BE7-B111-B9976626CDAC}" dt="2023-03-08T08:31:33.417" v="3507" actId="478"/>
          <ac:picMkLst>
            <pc:docMk/>
            <pc:sldMk cId="3784494429" sldId="316"/>
            <ac:picMk id="6" creationId="{236DD95B-ED77-A44C-20B7-9B2F7BAD0DD4}"/>
          </ac:picMkLst>
        </pc:picChg>
        <pc:picChg chg="add del mod">
          <ac:chgData name="김태영" userId="8443cd8f-b258-4c7c-bbdd-a870d3924868" providerId="ADAL" clId="{6EF2B050-A64A-4BE7-B111-B9976626CDAC}" dt="2023-03-08T08:31:33.417" v="3507" actId="478"/>
          <ac:picMkLst>
            <pc:docMk/>
            <pc:sldMk cId="3784494429" sldId="316"/>
            <ac:picMk id="8" creationId="{FE97F859-1BC0-7015-50DA-59AB4A5A893C}"/>
          </ac:picMkLst>
        </pc:picChg>
        <pc:picChg chg="add mod">
          <ac:chgData name="김태영" userId="8443cd8f-b258-4c7c-bbdd-a870d3924868" providerId="ADAL" clId="{6EF2B050-A64A-4BE7-B111-B9976626CDAC}" dt="2023-03-09T08:05:44.582" v="6165" actId="164"/>
          <ac:picMkLst>
            <pc:docMk/>
            <pc:sldMk cId="3784494429" sldId="316"/>
            <ac:picMk id="9" creationId="{3FA4FAD6-7A40-CFED-77F4-2C9801E30024}"/>
          </ac:picMkLst>
        </pc:picChg>
        <pc:picChg chg="add mod">
          <ac:chgData name="김태영" userId="8443cd8f-b258-4c7c-bbdd-a870d3924868" providerId="ADAL" clId="{6EF2B050-A64A-4BE7-B111-B9976626CDAC}" dt="2023-03-08T08:34:04.765" v="3548"/>
          <ac:picMkLst>
            <pc:docMk/>
            <pc:sldMk cId="3784494429" sldId="316"/>
            <ac:picMk id="10" creationId="{45249CAC-7041-9C7F-E973-60659ECAD2FC}"/>
          </ac:picMkLst>
        </pc:picChg>
      </pc:sldChg>
      <pc:sldChg chg="del">
        <pc:chgData name="김태영" userId="8443cd8f-b258-4c7c-bbdd-a870d3924868" providerId="ADAL" clId="{6EF2B050-A64A-4BE7-B111-B9976626CDAC}" dt="2023-03-07T07:56:34.282" v="4" actId="47"/>
        <pc:sldMkLst>
          <pc:docMk/>
          <pc:sldMk cId="4059638287" sldId="316"/>
        </pc:sldMkLst>
      </pc:sldChg>
      <pc:sldChg chg="del">
        <pc:chgData name="김태영" userId="8443cd8f-b258-4c7c-bbdd-a870d3924868" providerId="ADAL" clId="{6EF2B050-A64A-4BE7-B111-B9976626CDAC}" dt="2023-03-07T07:56:34.486" v="5" actId="47"/>
        <pc:sldMkLst>
          <pc:docMk/>
          <pc:sldMk cId="1484749547" sldId="317"/>
        </pc:sldMkLst>
      </pc:sldChg>
      <pc:sldChg chg="addSp delSp modSp add mod modAnim modNotesTx">
        <pc:chgData name="김태영" userId="8443cd8f-b258-4c7c-bbdd-a870d3924868" providerId="ADAL" clId="{6EF2B050-A64A-4BE7-B111-B9976626CDAC}" dt="2023-03-09T08:25:56.903" v="7721" actId="20577"/>
        <pc:sldMkLst>
          <pc:docMk/>
          <pc:sldMk cId="2031226628" sldId="317"/>
        </pc:sldMkLst>
        <pc:spChg chg="mod">
          <ac:chgData name="김태영" userId="8443cd8f-b258-4c7c-bbdd-a870d3924868" providerId="ADAL" clId="{6EF2B050-A64A-4BE7-B111-B9976626CDAC}" dt="2023-03-08T07:41:51.925" v="2956" actId="14100"/>
          <ac:spMkLst>
            <pc:docMk/>
            <pc:sldMk cId="2031226628" sldId="317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9T08:13:13.960" v="6749" actId="20577"/>
          <ac:spMkLst>
            <pc:docMk/>
            <pc:sldMk cId="2031226628" sldId="317"/>
            <ac:spMk id="5" creationId="{E339FEA6-2395-7A83-C42A-29A39D1C7CCC}"/>
          </ac:spMkLst>
        </pc:spChg>
        <pc:spChg chg="add mod ord">
          <ac:chgData name="김태영" userId="8443cd8f-b258-4c7c-bbdd-a870d3924868" providerId="ADAL" clId="{6EF2B050-A64A-4BE7-B111-B9976626CDAC}" dt="2023-03-09T08:18:40.421" v="6847" actId="164"/>
          <ac:spMkLst>
            <pc:docMk/>
            <pc:sldMk cId="2031226628" sldId="317"/>
            <ac:spMk id="6" creationId="{FE737E6C-81FC-DE61-7C57-13C6C2F55B1E}"/>
          </ac:spMkLst>
        </pc:spChg>
        <pc:spChg chg="add mod">
          <ac:chgData name="김태영" userId="8443cd8f-b258-4c7c-bbdd-a870d3924868" providerId="ADAL" clId="{6EF2B050-A64A-4BE7-B111-B9976626CDAC}" dt="2023-03-08T08:34:38.212" v="3682" actId="14100"/>
          <ac:spMkLst>
            <pc:docMk/>
            <pc:sldMk cId="2031226628" sldId="317"/>
            <ac:spMk id="8" creationId="{8D36A2EE-CEAB-13E3-06B9-937CC5C6ADB8}"/>
          </ac:spMkLst>
        </pc:spChg>
        <pc:spChg chg="add mod">
          <ac:chgData name="김태영" userId="8443cd8f-b258-4c7c-bbdd-a870d3924868" providerId="ADAL" clId="{6EF2B050-A64A-4BE7-B111-B9976626CDAC}" dt="2023-03-09T08:16:14.593" v="6824" actId="207"/>
          <ac:spMkLst>
            <pc:docMk/>
            <pc:sldMk cId="2031226628" sldId="317"/>
            <ac:spMk id="9" creationId="{C80C5457-8A85-C06F-2E49-7CE55781F393}"/>
          </ac:spMkLst>
        </pc:spChg>
        <pc:spChg chg="add del mod">
          <ac:chgData name="김태영" userId="8443cd8f-b258-4c7c-bbdd-a870d3924868" providerId="ADAL" clId="{6EF2B050-A64A-4BE7-B111-B9976626CDAC}" dt="2023-03-09T08:19:35.916" v="6856" actId="478"/>
          <ac:spMkLst>
            <pc:docMk/>
            <pc:sldMk cId="2031226628" sldId="317"/>
            <ac:spMk id="13" creationId="{4D4FB370-C56D-FCA8-C8B9-D1529C8BDE4A}"/>
          </ac:spMkLst>
        </pc:spChg>
        <pc:spChg chg="add del">
          <ac:chgData name="김태영" userId="8443cd8f-b258-4c7c-bbdd-a870d3924868" providerId="ADAL" clId="{6EF2B050-A64A-4BE7-B111-B9976626CDAC}" dt="2023-03-09T08:13:17.213" v="6751" actId="22"/>
          <ac:spMkLst>
            <pc:docMk/>
            <pc:sldMk cId="2031226628" sldId="317"/>
            <ac:spMk id="15" creationId="{F9ECDCB3-C265-0BD0-388F-4134FFAB7994}"/>
          </ac:spMkLst>
        </pc:spChg>
        <pc:spChg chg="add mod">
          <ac:chgData name="김태영" userId="8443cd8f-b258-4c7c-bbdd-a870d3924868" providerId="ADAL" clId="{6EF2B050-A64A-4BE7-B111-B9976626CDAC}" dt="2023-03-09T08:14:37.867" v="6777" actId="1036"/>
          <ac:spMkLst>
            <pc:docMk/>
            <pc:sldMk cId="2031226628" sldId="317"/>
            <ac:spMk id="17" creationId="{A6A3FEA2-6957-E497-12C5-593825ED395D}"/>
          </ac:spMkLst>
        </pc:spChg>
        <pc:spChg chg="add del">
          <ac:chgData name="김태영" userId="8443cd8f-b258-4c7c-bbdd-a870d3924868" providerId="ADAL" clId="{6EF2B050-A64A-4BE7-B111-B9976626CDAC}" dt="2023-03-09T08:14:49.557" v="6780" actId="22"/>
          <ac:spMkLst>
            <pc:docMk/>
            <pc:sldMk cId="2031226628" sldId="317"/>
            <ac:spMk id="19" creationId="{1DBBC7AC-5B12-CF69-4106-19A0895486D6}"/>
          </ac:spMkLst>
        </pc:spChg>
        <pc:spChg chg="mod">
          <ac:chgData name="김태영" userId="8443cd8f-b258-4c7c-bbdd-a870d3924868" providerId="ADAL" clId="{6EF2B050-A64A-4BE7-B111-B9976626CDAC}" dt="2023-03-09T08:04:22.227" v="6138" actId="20577"/>
          <ac:spMkLst>
            <pc:docMk/>
            <pc:sldMk cId="2031226628" sldId="317"/>
            <ac:spMk id="20" creationId="{789A5616-BF3C-B2EB-1D31-0C18E89B4E80}"/>
          </ac:spMkLst>
        </pc:spChg>
        <pc:spChg chg="add del mod">
          <ac:chgData name="김태영" userId="8443cd8f-b258-4c7c-bbdd-a870d3924868" providerId="ADAL" clId="{6EF2B050-A64A-4BE7-B111-B9976626CDAC}" dt="2023-03-09T08:16:10.692" v="6822" actId="22"/>
          <ac:spMkLst>
            <pc:docMk/>
            <pc:sldMk cId="2031226628" sldId="317"/>
            <ac:spMk id="22" creationId="{AFBAE635-CE30-E594-BB6E-AB88E6F6AE5F}"/>
          </ac:spMkLst>
        </pc:spChg>
        <pc:spChg chg="add mod">
          <ac:chgData name="김태영" userId="8443cd8f-b258-4c7c-bbdd-a870d3924868" providerId="ADAL" clId="{6EF2B050-A64A-4BE7-B111-B9976626CDAC}" dt="2023-03-09T08:18:23.251" v="6845" actId="207"/>
          <ac:spMkLst>
            <pc:docMk/>
            <pc:sldMk cId="2031226628" sldId="317"/>
            <ac:spMk id="24" creationId="{4C6C71F7-F34B-8EC9-6E22-7B3EBD626A75}"/>
          </ac:spMkLst>
        </pc:spChg>
        <pc:spChg chg="add mod">
          <ac:chgData name="김태영" userId="8443cd8f-b258-4c7c-bbdd-a870d3924868" providerId="ADAL" clId="{6EF2B050-A64A-4BE7-B111-B9976626CDAC}" dt="2023-03-09T08:18:23.251" v="6845" actId="207"/>
          <ac:spMkLst>
            <pc:docMk/>
            <pc:sldMk cId="2031226628" sldId="317"/>
            <ac:spMk id="26" creationId="{8BB6C2A3-DD07-55E3-0D96-2646D2822CE9}"/>
          </ac:spMkLst>
        </pc:spChg>
        <pc:spChg chg="add mod">
          <ac:chgData name="김태영" userId="8443cd8f-b258-4c7c-bbdd-a870d3924868" providerId="ADAL" clId="{6EF2B050-A64A-4BE7-B111-B9976626CDAC}" dt="2023-03-09T08:21:06.293" v="7144" actId="20577"/>
          <ac:spMkLst>
            <pc:docMk/>
            <pc:sldMk cId="2031226628" sldId="317"/>
            <ac:spMk id="29" creationId="{E2B88D1E-0DBC-59C8-D052-DDF09C1F31EB}"/>
          </ac:spMkLst>
        </pc:spChg>
        <pc:spChg chg="add mod">
          <ac:chgData name="김태영" userId="8443cd8f-b258-4c7c-bbdd-a870d3924868" providerId="ADAL" clId="{6EF2B050-A64A-4BE7-B111-B9976626CDAC}" dt="2023-03-09T08:23:24.955" v="7417" actId="1036"/>
          <ac:spMkLst>
            <pc:docMk/>
            <pc:sldMk cId="2031226628" sldId="317"/>
            <ac:spMk id="30" creationId="{B7804726-1FAF-C64E-7B66-38F2D534E445}"/>
          </ac:spMkLst>
        </pc:spChg>
        <pc:spChg chg="add del mod">
          <ac:chgData name="김태영" userId="8443cd8f-b258-4c7c-bbdd-a870d3924868" providerId="ADAL" clId="{6EF2B050-A64A-4BE7-B111-B9976626CDAC}" dt="2023-03-09T08:20:47.528" v="7117"/>
          <ac:spMkLst>
            <pc:docMk/>
            <pc:sldMk cId="2031226628" sldId="317"/>
            <ac:spMk id="31" creationId="{0692D256-1554-3981-A042-663AF794D6E1}"/>
          </ac:spMkLst>
        </pc:spChg>
        <pc:spChg chg="add del mod">
          <ac:chgData name="김태영" userId="8443cd8f-b258-4c7c-bbdd-a870d3924868" providerId="ADAL" clId="{6EF2B050-A64A-4BE7-B111-B9976626CDAC}" dt="2023-03-09T08:22:41.666" v="7393" actId="478"/>
          <ac:spMkLst>
            <pc:docMk/>
            <pc:sldMk cId="2031226628" sldId="317"/>
            <ac:spMk id="32" creationId="{1EE81491-AF3F-D3DB-2BC9-D38BE64B8662}"/>
          </ac:spMkLst>
        </pc:spChg>
        <pc:spChg chg="add mod">
          <ac:chgData name="김태영" userId="8443cd8f-b258-4c7c-bbdd-a870d3924868" providerId="ADAL" clId="{6EF2B050-A64A-4BE7-B111-B9976626CDAC}" dt="2023-03-09T08:23:24.955" v="7417" actId="1036"/>
          <ac:spMkLst>
            <pc:docMk/>
            <pc:sldMk cId="2031226628" sldId="317"/>
            <ac:spMk id="33" creationId="{2F8A104E-2A95-B05D-786A-5BD351064C2F}"/>
          </ac:spMkLst>
        </pc:spChg>
        <pc:spChg chg="add del">
          <ac:chgData name="김태영" userId="8443cd8f-b258-4c7c-bbdd-a870d3924868" providerId="ADAL" clId="{6EF2B050-A64A-4BE7-B111-B9976626CDAC}" dt="2023-03-09T08:21:54.059" v="7279" actId="22"/>
          <ac:spMkLst>
            <pc:docMk/>
            <pc:sldMk cId="2031226628" sldId="317"/>
            <ac:spMk id="35" creationId="{F8A0AE34-3EB9-8E04-9EC8-AF53788A9E2C}"/>
          </ac:spMkLst>
        </pc:spChg>
        <pc:spChg chg="add del">
          <ac:chgData name="김태영" userId="8443cd8f-b258-4c7c-bbdd-a870d3924868" providerId="ADAL" clId="{6EF2B050-A64A-4BE7-B111-B9976626CDAC}" dt="2023-03-09T08:21:55.634" v="7281" actId="22"/>
          <ac:spMkLst>
            <pc:docMk/>
            <pc:sldMk cId="2031226628" sldId="317"/>
            <ac:spMk id="37" creationId="{2AA07369-7625-3E83-A3C3-EC0B21C2105A}"/>
          </ac:spMkLst>
        </pc:spChg>
        <pc:spChg chg="add mod">
          <ac:chgData name="김태영" userId="8443cd8f-b258-4c7c-bbdd-a870d3924868" providerId="ADAL" clId="{6EF2B050-A64A-4BE7-B111-B9976626CDAC}" dt="2023-03-09T08:23:24.955" v="7417" actId="1036"/>
          <ac:spMkLst>
            <pc:docMk/>
            <pc:sldMk cId="2031226628" sldId="317"/>
            <ac:spMk id="38" creationId="{A716F704-AAB7-694B-63B6-86FF9131DBE2}"/>
          </ac:spMkLst>
        </pc:spChg>
        <pc:grpChg chg="add mod">
          <ac:chgData name="김태영" userId="8443cd8f-b258-4c7c-bbdd-a870d3924868" providerId="ADAL" clId="{6EF2B050-A64A-4BE7-B111-B9976626CDAC}" dt="2023-03-09T08:18:21.539" v="6844" actId="164"/>
          <ac:grpSpMkLst>
            <pc:docMk/>
            <pc:sldMk cId="2031226628" sldId="317"/>
            <ac:grpSpMk id="27" creationId="{40837D3C-B0A2-BBD3-0900-88CBD4B914E8}"/>
          </ac:grpSpMkLst>
        </pc:grpChg>
        <pc:grpChg chg="add mod">
          <ac:chgData name="김태영" userId="8443cd8f-b258-4c7c-bbdd-a870d3924868" providerId="ADAL" clId="{6EF2B050-A64A-4BE7-B111-B9976626CDAC}" dt="2023-03-09T08:18:40.421" v="6847" actId="164"/>
          <ac:grpSpMkLst>
            <pc:docMk/>
            <pc:sldMk cId="2031226628" sldId="317"/>
            <ac:grpSpMk id="28" creationId="{00C5F09D-9DA2-3C98-BB76-D97C1D689EE7}"/>
          </ac:grpSpMkLst>
        </pc:grpChg>
        <pc:picChg chg="add del mod">
          <ac:chgData name="김태영" userId="8443cd8f-b258-4c7c-bbdd-a870d3924868" providerId="ADAL" clId="{6EF2B050-A64A-4BE7-B111-B9976626CDAC}" dt="2023-03-08T08:31:30.069" v="3506" actId="21"/>
          <ac:picMkLst>
            <pc:docMk/>
            <pc:sldMk cId="2031226628" sldId="317"/>
            <ac:picMk id="6" creationId="{B0AC50E8-3778-2B5A-1886-768B5ECEFC8B}"/>
          </ac:picMkLst>
        </pc:picChg>
        <pc:picChg chg="add mod">
          <ac:chgData name="김태영" userId="8443cd8f-b258-4c7c-bbdd-a870d3924868" providerId="ADAL" clId="{6EF2B050-A64A-4BE7-B111-B9976626CDAC}" dt="2023-03-08T08:34:06.174" v="3549"/>
          <ac:picMkLst>
            <pc:docMk/>
            <pc:sldMk cId="2031226628" sldId="317"/>
            <ac:picMk id="7" creationId="{A3A2DAD8-67E0-C747-A469-3C27F312C9EA}"/>
          </ac:picMkLst>
        </pc:picChg>
        <pc:cxnChg chg="add mod">
          <ac:chgData name="김태영" userId="8443cd8f-b258-4c7c-bbdd-a870d3924868" providerId="ADAL" clId="{6EF2B050-A64A-4BE7-B111-B9976626CDAC}" dt="2023-03-09T08:18:40.421" v="6847" actId="164"/>
          <ac:cxnSpMkLst>
            <pc:docMk/>
            <pc:sldMk cId="2031226628" sldId="317"/>
            <ac:cxnSpMk id="11" creationId="{E58F9E9C-4920-687B-DB58-C0E955176156}"/>
          </ac:cxnSpMkLst>
        </pc:cxnChg>
      </pc:sldChg>
      <pc:sldChg chg="addSp delSp modSp add mod modNotesTx">
        <pc:chgData name="김태영" userId="8443cd8f-b258-4c7c-bbdd-a870d3924868" providerId="ADAL" clId="{6EF2B050-A64A-4BE7-B111-B9976626CDAC}" dt="2023-03-09T17:24:39.051" v="11005" actId="20577"/>
        <pc:sldMkLst>
          <pc:docMk/>
          <pc:sldMk cId="1800232267" sldId="318"/>
        </pc:sldMkLst>
        <pc:spChg chg="add mod">
          <ac:chgData name="김태영" userId="8443cd8f-b258-4c7c-bbdd-a870d3924868" providerId="ADAL" clId="{6EF2B050-A64A-4BE7-B111-B9976626CDAC}" dt="2023-03-09T16:20:01.311" v="10150" actId="404"/>
          <ac:spMkLst>
            <pc:docMk/>
            <pc:sldMk cId="1800232267" sldId="318"/>
            <ac:spMk id="3" creationId="{72C9B015-0EA8-538B-72FF-B88A244C6384}"/>
          </ac:spMkLst>
        </pc:spChg>
        <pc:spChg chg="del mod">
          <ac:chgData name="김태영" userId="8443cd8f-b258-4c7c-bbdd-a870d3924868" providerId="ADAL" clId="{6EF2B050-A64A-4BE7-B111-B9976626CDAC}" dt="2023-03-08T06:21:40.850" v="2011"/>
          <ac:spMkLst>
            <pc:docMk/>
            <pc:sldMk cId="1800232267" sldId="318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9T17:23:59.590" v="10949" actId="115"/>
          <ac:spMkLst>
            <pc:docMk/>
            <pc:sldMk cId="1800232267" sldId="318"/>
            <ac:spMk id="7" creationId="{E552CAB9-3DED-58AC-B226-EC34CBA04951}"/>
          </ac:spMkLst>
        </pc:spChg>
        <pc:picChg chg="add mod">
          <ac:chgData name="김태영" userId="8443cd8f-b258-4c7c-bbdd-a870d3924868" providerId="ADAL" clId="{6EF2B050-A64A-4BE7-B111-B9976626CDAC}" dt="2023-03-09T17:17:33.407" v="10760" actId="1076"/>
          <ac:picMkLst>
            <pc:docMk/>
            <pc:sldMk cId="1800232267" sldId="318"/>
            <ac:picMk id="6" creationId="{5CA3CB87-845B-616A-56C2-C46A8A048389}"/>
          </ac:picMkLst>
        </pc:picChg>
        <pc:picChg chg="add del mod">
          <ac:chgData name="김태영" userId="8443cd8f-b258-4c7c-bbdd-a870d3924868" providerId="ADAL" clId="{6EF2B050-A64A-4BE7-B111-B9976626CDAC}" dt="2023-03-09T17:23:04.618" v="10945" actId="478"/>
          <ac:picMkLst>
            <pc:docMk/>
            <pc:sldMk cId="1800232267" sldId="318"/>
            <ac:picMk id="9" creationId="{D25C842E-9646-A3F5-7C6E-7FCB0B7DAD96}"/>
          </ac:picMkLst>
        </pc:picChg>
      </pc:sldChg>
      <pc:sldChg chg="del">
        <pc:chgData name="김태영" userId="8443cd8f-b258-4c7c-bbdd-a870d3924868" providerId="ADAL" clId="{6EF2B050-A64A-4BE7-B111-B9976626CDAC}" dt="2023-03-07T07:56:35.369" v="6" actId="47"/>
        <pc:sldMkLst>
          <pc:docMk/>
          <pc:sldMk cId="2303702551" sldId="319"/>
        </pc:sldMkLst>
      </pc:sldChg>
      <pc:sldChg chg="addSp modSp add mod">
        <pc:chgData name="김태영" userId="8443cd8f-b258-4c7c-bbdd-a870d3924868" providerId="ADAL" clId="{6EF2B050-A64A-4BE7-B111-B9976626CDAC}" dt="2023-03-09T08:03:29.052" v="6088" actId="20577"/>
        <pc:sldMkLst>
          <pc:docMk/>
          <pc:sldMk cId="2715994710" sldId="319"/>
        </pc:sldMkLst>
        <pc:spChg chg="mod">
          <ac:chgData name="김태영" userId="8443cd8f-b258-4c7c-bbdd-a870d3924868" providerId="ADAL" clId="{6EF2B050-A64A-4BE7-B111-B9976626CDAC}" dt="2023-03-09T08:03:29.052" v="6088" actId="20577"/>
          <ac:spMkLst>
            <pc:docMk/>
            <pc:sldMk cId="2715994710" sldId="319"/>
            <ac:spMk id="3" creationId="{7AF2682B-9D3A-04E2-A34C-9196EC9F7072}"/>
          </ac:spMkLst>
        </pc:spChg>
        <pc:spChg chg="add mod">
          <ac:chgData name="김태영" userId="8443cd8f-b258-4c7c-bbdd-a870d3924868" providerId="ADAL" clId="{6EF2B050-A64A-4BE7-B111-B9976626CDAC}" dt="2023-03-08T07:24:38.048" v="2757" actId="20577"/>
          <ac:spMkLst>
            <pc:docMk/>
            <pc:sldMk cId="2715994710" sldId="319"/>
            <ac:spMk id="7" creationId="{B770CD18-716C-C18C-4513-794003CC79F5}"/>
          </ac:spMkLst>
        </pc:spChg>
        <pc:spChg chg="add mod">
          <ac:chgData name="김태영" userId="8443cd8f-b258-4c7c-bbdd-a870d3924868" providerId="ADAL" clId="{6EF2B050-A64A-4BE7-B111-B9976626CDAC}" dt="2023-03-08T07:24:59.300" v="2771" actId="14100"/>
          <ac:spMkLst>
            <pc:docMk/>
            <pc:sldMk cId="2715994710" sldId="319"/>
            <ac:spMk id="8" creationId="{A02B7158-039A-8F13-2764-D786B749F390}"/>
          </ac:spMkLst>
        </pc:spChg>
        <pc:spChg chg="add mod">
          <ac:chgData name="김태영" userId="8443cd8f-b258-4c7c-bbdd-a870d3924868" providerId="ADAL" clId="{6EF2B050-A64A-4BE7-B111-B9976626CDAC}" dt="2023-03-08T07:25:22.341" v="2778" actId="20577"/>
          <ac:spMkLst>
            <pc:docMk/>
            <pc:sldMk cId="2715994710" sldId="319"/>
            <ac:spMk id="11" creationId="{66CBCFF4-9CDD-D2CC-6CBA-84B1E16881D3}"/>
          </ac:spMkLst>
        </pc:spChg>
        <pc:spChg chg="add mod">
          <ac:chgData name="김태영" userId="8443cd8f-b258-4c7c-bbdd-a870d3924868" providerId="ADAL" clId="{6EF2B050-A64A-4BE7-B111-B9976626CDAC}" dt="2023-03-08T07:25:30.976" v="2783" actId="1037"/>
          <ac:spMkLst>
            <pc:docMk/>
            <pc:sldMk cId="2715994710" sldId="319"/>
            <ac:spMk id="12" creationId="{0DC58646-78E2-042C-ACE6-19C07B6BC4DA}"/>
          </ac:spMkLst>
        </pc:spChg>
        <pc:spChg chg="add mod">
          <ac:chgData name="김태영" userId="8443cd8f-b258-4c7c-bbdd-a870d3924868" providerId="ADAL" clId="{6EF2B050-A64A-4BE7-B111-B9976626CDAC}" dt="2023-03-08T07:28:03.259" v="2874" actId="20577"/>
          <ac:spMkLst>
            <pc:docMk/>
            <pc:sldMk cId="2715994710" sldId="319"/>
            <ac:spMk id="17" creationId="{1A834557-1377-ED33-23D2-4F526B365BBA}"/>
          </ac:spMkLst>
        </pc:spChg>
        <pc:spChg chg="add mod">
          <ac:chgData name="김태영" userId="8443cd8f-b258-4c7c-bbdd-a870d3924868" providerId="ADAL" clId="{6EF2B050-A64A-4BE7-B111-B9976626CDAC}" dt="2023-03-08T07:26:52.715" v="2842" actId="14100"/>
          <ac:spMkLst>
            <pc:docMk/>
            <pc:sldMk cId="2715994710" sldId="319"/>
            <ac:spMk id="18" creationId="{A56FBE4A-4E64-B17F-3F8D-3595529EE67C}"/>
          </ac:spMkLst>
        </pc:spChg>
        <pc:spChg chg="add mod">
          <ac:chgData name="김태영" userId="8443cd8f-b258-4c7c-bbdd-a870d3924868" providerId="ADAL" clId="{6EF2B050-A64A-4BE7-B111-B9976626CDAC}" dt="2023-03-08T07:26:57.718" v="2847" actId="1035"/>
          <ac:spMkLst>
            <pc:docMk/>
            <pc:sldMk cId="2715994710" sldId="319"/>
            <ac:spMk id="19" creationId="{BC1AAF6E-DA32-3F0E-1C88-EEF1A3C9E4F2}"/>
          </ac:spMkLst>
        </pc:spChg>
        <pc:spChg chg="add mod">
          <ac:chgData name="김태영" userId="8443cd8f-b258-4c7c-bbdd-a870d3924868" providerId="ADAL" clId="{6EF2B050-A64A-4BE7-B111-B9976626CDAC}" dt="2023-03-08T07:27:42.399" v="2872" actId="122"/>
          <ac:spMkLst>
            <pc:docMk/>
            <pc:sldMk cId="2715994710" sldId="319"/>
            <ac:spMk id="20" creationId="{143BC229-87B9-575C-4D0B-4A6626D413EA}"/>
          </ac:spMkLst>
        </pc:spChg>
        <pc:picChg chg="add mod">
          <ac:chgData name="김태영" userId="8443cd8f-b258-4c7c-bbdd-a870d3924868" providerId="ADAL" clId="{6EF2B050-A64A-4BE7-B111-B9976626CDAC}" dt="2023-03-08T07:24:18.060" v="2721" actId="1076"/>
          <ac:picMkLst>
            <pc:docMk/>
            <pc:sldMk cId="2715994710" sldId="319"/>
            <ac:picMk id="6" creationId="{CD53836F-457F-2B44-16F2-D77D502219C6}"/>
          </ac:picMkLst>
        </pc:picChg>
        <pc:picChg chg="add mod">
          <ac:chgData name="김태영" userId="8443cd8f-b258-4c7c-bbdd-a870d3924868" providerId="ADAL" clId="{6EF2B050-A64A-4BE7-B111-B9976626CDAC}" dt="2023-03-08T07:25:17.404" v="2774" actId="208"/>
          <ac:picMkLst>
            <pc:docMk/>
            <pc:sldMk cId="2715994710" sldId="319"/>
            <ac:picMk id="10" creationId="{05D473B6-DD37-7E47-5F37-545C1F5FB00F}"/>
          </ac:picMkLst>
        </pc:picChg>
        <pc:picChg chg="add mod">
          <ac:chgData name="김태영" userId="8443cd8f-b258-4c7c-bbdd-a870d3924868" providerId="ADAL" clId="{6EF2B050-A64A-4BE7-B111-B9976626CDAC}" dt="2023-03-08T07:25:46.291" v="2786" actId="208"/>
          <ac:picMkLst>
            <pc:docMk/>
            <pc:sldMk cId="2715994710" sldId="319"/>
            <ac:picMk id="14" creationId="{B11B2A74-1492-B66D-7437-315CE943D65F}"/>
          </ac:picMkLst>
        </pc:picChg>
        <pc:picChg chg="add mod">
          <ac:chgData name="김태영" userId="8443cd8f-b258-4c7c-bbdd-a870d3924868" providerId="ADAL" clId="{6EF2B050-A64A-4BE7-B111-B9976626CDAC}" dt="2023-03-08T07:26:00.459" v="2789" actId="208"/>
          <ac:picMkLst>
            <pc:docMk/>
            <pc:sldMk cId="2715994710" sldId="319"/>
            <ac:picMk id="16" creationId="{66977046-75FF-58E1-A224-4E94DF350215}"/>
          </ac:picMkLst>
        </pc:picChg>
      </pc:sldChg>
      <pc:sldChg chg="addSp delSp modSp add del mod ord">
        <pc:chgData name="김태영" userId="8443cd8f-b258-4c7c-bbdd-a870d3924868" providerId="ADAL" clId="{6EF2B050-A64A-4BE7-B111-B9976626CDAC}" dt="2023-03-08T08:19:18.731" v="3420" actId="47"/>
        <pc:sldMkLst>
          <pc:docMk/>
          <pc:sldMk cId="4113730086" sldId="320"/>
        </pc:sldMkLst>
        <pc:spChg chg="mod">
          <ac:chgData name="김태영" userId="8443cd8f-b258-4c7c-bbdd-a870d3924868" providerId="ADAL" clId="{6EF2B050-A64A-4BE7-B111-B9976626CDAC}" dt="2023-03-08T07:45:29.706" v="2965" actId="20577"/>
          <ac:spMkLst>
            <pc:docMk/>
            <pc:sldMk cId="4113730086" sldId="320"/>
            <ac:spMk id="3" creationId="{7AF2682B-9D3A-04E2-A34C-9196EC9F7072}"/>
          </ac:spMkLst>
        </pc:spChg>
        <pc:spChg chg="del">
          <ac:chgData name="김태영" userId="8443cd8f-b258-4c7c-bbdd-a870d3924868" providerId="ADAL" clId="{6EF2B050-A64A-4BE7-B111-B9976626CDAC}" dt="2023-03-08T07:45:20.301" v="2960" actId="478"/>
          <ac:spMkLst>
            <pc:docMk/>
            <pc:sldMk cId="4113730086" sldId="320"/>
            <ac:spMk id="20" creationId="{789A5616-BF3C-B2EB-1D31-0C18E89B4E80}"/>
          </ac:spMkLst>
        </pc:spChg>
        <pc:picChg chg="add del mod modCrop">
          <ac:chgData name="김태영" userId="8443cd8f-b258-4c7c-bbdd-a870d3924868" providerId="ADAL" clId="{6EF2B050-A64A-4BE7-B111-B9976626CDAC}" dt="2023-03-08T07:46:03.903" v="2977" actId="21"/>
          <ac:picMkLst>
            <pc:docMk/>
            <pc:sldMk cId="4113730086" sldId="320"/>
            <ac:picMk id="6" creationId="{33A447E0-14EB-D8E4-F708-49D4BF519BC6}"/>
          </ac:picMkLst>
        </pc:picChg>
      </pc:sldChg>
      <pc:sldChg chg="addSp delSp modSp add mod ord delAnim modAnim modNotesTx">
        <pc:chgData name="김태영" userId="8443cd8f-b258-4c7c-bbdd-a870d3924868" providerId="ADAL" clId="{6EF2B050-A64A-4BE7-B111-B9976626CDAC}" dt="2023-03-09T08:43:56.924" v="7727" actId="478"/>
        <pc:sldMkLst>
          <pc:docMk/>
          <pc:sldMk cId="4138910074" sldId="320"/>
        </pc:sldMkLst>
        <pc:spChg chg="mod">
          <ac:chgData name="김태영" userId="8443cd8f-b258-4c7c-bbdd-a870d3924868" providerId="ADAL" clId="{6EF2B050-A64A-4BE7-B111-B9976626CDAC}" dt="2023-03-08T08:32:17.453" v="3521" actId="20577"/>
          <ac:spMkLst>
            <pc:docMk/>
            <pc:sldMk cId="4138910074" sldId="320"/>
            <ac:spMk id="3" creationId="{7AF2682B-9D3A-04E2-A34C-9196EC9F7072}"/>
          </ac:spMkLst>
        </pc:spChg>
        <pc:spChg chg="add del mod">
          <ac:chgData name="김태영" userId="8443cd8f-b258-4c7c-bbdd-a870d3924868" providerId="ADAL" clId="{6EF2B050-A64A-4BE7-B111-B9976626CDAC}" dt="2023-03-09T08:43:56.924" v="7727" actId="478"/>
          <ac:spMkLst>
            <pc:docMk/>
            <pc:sldMk cId="4138910074" sldId="320"/>
            <ac:spMk id="5" creationId="{54C69180-84CC-9C7C-3EC9-D34072A35F76}"/>
          </ac:spMkLst>
        </pc:spChg>
        <pc:spChg chg="add mod">
          <ac:chgData name="김태영" userId="8443cd8f-b258-4c7c-bbdd-a870d3924868" providerId="ADAL" clId="{6EF2B050-A64A-4BE7-B111-B9976626CDAC}" dt="2023-03-08T08:33:57.892" v="3547" actId="14100"/>
          <ac:spMkLst>
            <pc:docMk/>
            <pc:sldMk cId="4138910074" sldId="320"/>
            <ac:spMk id="10" creationId="{7D1CBE30-CD6D-3D19-E9C4-9DDEB58CD9CF}"/>
          </ac:spMkLst>
        </pc:spChg>
        <pc:spChg chg="add del">
          <ac:chgData name="김태영" userId="8443cd8f-b258-4c7c-bbdd-a870d3924868" providerId="ADAL" clId="{6EF2B050-A64A-4BE7-B111-B9976626CDAC}" dt="2023-03-08T08:38:48.791" v="3786" actId="22"/>
          <ac:spMkLst>
            <pc:docMk/>
            <pc:sldMk cId="4138910074" sldId="320"/>
            <ac:spMk id="12" creationId="{806AC373-72A8-2672-D5FE-449600506B7A}"/>
          </ac:spMkLst>
        </pc:spChg>
        <pc:spChg chg="add mod">
          <ac:chgData name="김태영" userId="8443cd8f-b258-4c7c-bbdd-a870d3924868" providerId="ADAL" clId="{6EF2B050-A64A-4BE7-B111-B9976626CDAC}" dt="2023-03-09T08:21:12.550" v="7146" actId="20577"/>
          <ac:spMkLst>
            <pc:docMk/>
            <pc:sldMk cId="4138910074" sldId="320"/>
            <ac:spMk id="13" creationId="{0AB1ACE1-E842-FD9A-2BB0-7C43E658AA17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4" creationId="{E040F0B0-D0D9-1EB0-5E13-EEC6798867A0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5" creationId="{8F2AF804-E907-1BED-69E9-525927433A59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6" creationId="{EAF3376D-F969-1FE7-5A79-6DFC2BF3D01D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7" creationId="{243BDBBE-A701-998B-807B-7EDAADD01F36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8" creationId="{98E9239A-340A-1F00-B739-E1A6487D5F8D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19" creationId="{82AA631C-B285-7BA7-BCE5-6BBB78E89B12}"/>
          </ac:spMkLst>
        </pc:spChg>
        <pc:spChg chg="add del mod">
          <ac:chgData name="김태영" userId="8443cd8f-b258-4c7c-bbdd-a870d3924868" providerId="ADAL" clId="{6EF2B050-A64A-4BE7-B111-B9976626CDAC}" dt="2023-03-08T08:47:49.548" v="4237"/>
          <ac:spMkLst>
            <pc:docMk/>
            <pc:sldMk cId="4138910074" sldId="320"/>
            <ac:spMk id="21" creationId="{C0F6BBFB-BF62-C16C-6E06-EF9359BC0DB6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2" creationId="{3E04F4EE-89E7-3778-9038-91A342899185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3" creationId="{4DA64A97-D754-3C87-6E69-B28F1B3B6B7D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4" creationId="{3A1EADC1-1DDD-2404-6ABC-82E1CE7FF68E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5" creationId="{8C50D2D5-C35C-2980-DD99-FE4F6A0DB7AE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6" creationId="{FC97C460-6946-A95C-EEE8-7E93E5BBB38F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7" creationId="{62106221-1789-2317-CA90-80299285EC73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28" creationId="{53B0D47A-55C9-7B54-31EC-D3334987E4F7}"/>
          </ac:spMkLst>
        </pc:spChg>
        <pc:spChg chg="add del mod">
          <ac:chgData name="김태영" userId="8443cd8f-b258-4c7c-bbdd-a870d3924868" providerId="ADAL" clId="{6EF2B050-A64A-4BE7-B111-B9976626CDAC}" dt="2023-03-08T08:53:16.781" v="4278"/>
          <ac:spMkLst>
            <pc:docMk/>
            <pc:sldMk cId="4138910074" sldId="320"/>
            <ac:spMk id="30" creationId="{834BD3CD-168B-9124-0FC1-A807F1B0775B}"/>
          </ac:spMkLst>
        </pc:spChg>
        <pc:spChg chg="add del mod">
          <ac:chgData name="김태영" userId="8443cd8f-b258-4c7c-bbdd-a870d3924868" providerId="ADAL" clId="{6EF2B050-A64A-4BE7-B111-B9976626CDAC}" dt="2023-03-08T08:53:21.951" v="4280"/>
          <ac:spMkLst>
            <pc:docMk/>
            <pc:sldMk cId="4138910074" sldId="320"/>
            <ac:spMk id="32" creationId="{616519E4-D55F-FF98-A1BC-4C3C4E2E321D}"/>
          </ac:spMkLst>
        </pc:spChg>
        <pc:spChg chg="add del mod">
          <ac:chgData name="김태영" userId="8443cd8f-b258-4c7c-bbdd-a870d3924868" providerId="ADAL" clId="{6EF2B050-A64A-4BE7-B111-B9976626CDAC}" dt="2023-03-08T08:53:23.430" v="4282"/>
          <ac:spMkLst>
            <pc:docMk/>
            <pc:sldMk cId="4138910074" sldId="320"/>
            <ac:spMk id="34" creationId="{B1F44A5B-15B7-7726-D9AC-4CEA14DD2C45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35" creationId="{C5B82563-67AD-EDAA-EDC1-0A1DB0C93972}"/>
          </ac:spMkLst>
        </pc:spChg>
        <pc:spChg chg="add del mod">
          <ac:chgData name="김태영" userId="8443cd8f-b258-4c7c-bbdd-a870d3924868" providerId="ADAL" clId="{6EF2B050-A64A-4BE7-B111-B9976626CDAC}" dt="2023-03-08T08:53:36.709" v="4288"/>
          <ac:spMkLst>
            <pc:docMk/>
            <pc:sldMk cId="4138910074" sldId="320"/>
            <ac:spMk id="36" creationId="{2EBB5D87-84A4-E933-CB6B-D61CFB37E4DD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37" creationId="{2F8BA543-7A3B-A98D-6EBF-E36E1C60F487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38" creationId="{95D5DEFC-4102-312A-DBAB-913606FD4FCC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39" creationId="{15A37598-4648-F7CE-046C-395B35D417BC}"/>
          </ac:spMkLst>
        </pc:spChg>
        <pc:spChg chg="add mod">
          <ac:chgData name="김태영" userId="8443cd8f-b258-4c7c-bbdd-a870d3924868" providerId="ADAL" clId="{6EF2B050-A64A-4BE7-B111-B9976626CDAC}" dt="2023-03-08T08:55:21.454" v="4373" actId="164"/>
          <ac:spMkLst>
            <pc:docMk/>
            <pc:sldMk cId="4138910074" sldId="320"/>
            <ac:spMk id="40" creationId="{A6593898-A72A-25C1-DD45-23D6A6DB6847}"/>
          </ac:spMkLst>
        </pc:spChg>
        <pc:grpChg chg="add mod">
          <ac:chgData name="김태영" userId="8443cd8f-b258-4c7c-bbdd-a870d3924868" providerId="ADAL" clId="{6EF2B050-A64A-4BE7-B111-B9976626CDAC}" dt="2023-03-08T08:55:19.242" v="4372" actId="164"/>
          <ac:grpSpMkLst>
            <pc:docMk/>
            <pc:sldMk cId="4138910074" sldId="320"/>
            <ac:grpSpMk id="42" creationId="{11AF5A41-C7DE-DE57-5269-D978108A7BCC}"/>
          </ac:grpSpMkLst>
        </pc:grpChg>
        <pc:grpChg chg="add mod">
          <ac:chgData name="김태영" userId="8443cd8f-b258-4c7c-bbdd-a870d3924868" providerId="ADAL" clId="{6EF2B050-A64A-4BE7-B111-B9976626CDAC}" dt="2023-03-08T08:55:21.454" v="4373" actId="164"/>
          <ac:grpSpMkLst>
            <pc:docMk/>
            <pc:sldMk cId="4138910074" sldId="320"/>
            <ac:grpSpMk id="43" creationId="{CE7C0131-0BFF-D0A6-055E-67A1BB0BA01D}"/>
          </ac:grpSpMkLst>
        </pc:grpChg>
        <pc:picChg chg="mod">
          <ac:chgData name="김태영" userId="8443cd8f-b258-4c7c-bbdd-a870d3924868" providerId="ADAL" clId="{6EF2B050-A64A-4BE7-B111-B9976626CDAC}" dt="2023-03-08T08:55:21.454" v="4373" actId="164"/>
          <ac:picMkLst>
            <pc:docMk/>
            <pc:sldMk cId="4138910074" sldId="320"/>
            <ac:picMk id="6" creationId="{236DD95B-ED77-A44C-20B7-9B2F7BAD0DD4}"/>
          </ac:picMkLst>
        </pc:picChg>
        <pc:picChg chg="add del mod modCrop">
          <ac:chgData name="김태영" userId="8443cd8f-b258-4c7c-bbdd-a870d3924868" providerId="ADAL" clId="{6EF2B050-A64A-4BE7-B111-B9976626CDAC}" dt="2023-03-08T08:32:54.246" v="3531" actId="478"/>
          <ac:picMkLst>
            <pc:docMk/>
            <pc:sldMk cId="4138910074" sldId="320"/>
            <ac:picMk id="7" creationId="{4A6E1925-2A74-4569-A633-BED4875090A5}"/>
          </ac:picMkLst>
        </pc:picChg>
        <pc:picChg chg="mod">
          <ac:chgData name="김태영" userId="8443cd8f-b258-4c7c-bbdd-a870d3924868" providerId="ADAL" clId="{6EF2B050-A64A-4BE7-B111-B9976626CDAC}" dt="2023-03-08T08:55:21.454" v="4373" actId="164"/>
          <ac:picMkLst>
            <pc:docMk/>
            <pc:sldMk cId="4138910074" sldId="320"/>
            <ac:picMk id="8" creationId="{FE97F859-1BC0-7015-50DA-59AB4A5A893C}"/>
          </ac:picMkLst>
        </pc:picChg>
        <pc:picChg chg="add mod">
          <ac:chgData name="김태영" userId="8443cd8f-b258-4c7c-bbdd-a870d3924868" providerId="ADAL" clId="{6EF2B050-A64A-4BE7-B111-B9976626CDAC}" dt="2023-03-08T08:33:03.606" v="3537" actId="1076"/>
          <ac:picMkLst>
            <pc:docMk/>
            <pc:sldMk cId="4138910074" sldId="320"/>
            <ac:picMk id="9" creationId="{27070D4A-5C9C-38F2-18F4-E0323B216F0A}"/>
          </ac:picMkLst>
        </pc:picChg>
        <pc:picChg chg="add del mod">
          <ac:chgData name="김태영" userId="8443cd8f-b258-4c7c-bbdd-a870d3924868" providerId="ADAL" clId="{6EF2B050-A64A-4BE7-B111-B9976626CDAC}" dt="2023-03-08T08:53:16.781" v="4278"/>
          <ac:picMkLst>
            <pc:docMk/>
            <pc:sldMk cId="4138910074" sldId="320"/>
            <ac:picMk id="29" creationId="{F74272DE-5C38-E028-1D32-90EAEFD3B731}"/>
          </ac:picMkLst>
        </pc:picChg>
        <pc:picChg chg="add del mod">
          <ac:chgData name="김태영" userId="8443cd8f-b258-4c7c-bbdd-a870d3924868" providerId="ADAL" clId="{6EF2B050-A64A-4BE7-B111-B9976626CDAC}" dt="2023-03-08T08:53:21.951" v="4280"/>
          <ac:picMkLst>
            <pc:docMk/>
            <pc:sldMk cId="4138910074" sldId="320"/>
            <ac:picMk id="31" creationId="{3E2C1EC3-B140-0426-AA90-C3B796127929}"/>
          </ac:picMkLst>
        </pc:picChg>
        <pc:picChg chg="add del mod">
          <ac:chgData name="김태영" userId="8443cd8f-b258-4c7c-bbdd-a870d3924868" providerId="ADAL" clId="{6EF2B050-A64A-4BE7-B111-B9976626CDAC}" dt="2023-03-08T08:53:23.430" v="4282"/>
          <ac:picMkLst>
            <pc:docMk/>
            <pc:sldMk cId="4138910074" sldId="320"/>
            <ac:picMk id="33" creationId="{FF6CAA36-B2DA-9F20-0860-0C8EEEB06DB0}"/>
          </ac:picMkLst>
        </pc:picChg>
        <pc:picChg chg="add mod">
          <ac:chgData name="김태영" userId="8443cd8f-b258-4c7c-bbdd-a870d3924868" providerId="ADAL" clId="{6EF2B050-A64A-4BE7-B111-B9976626CDAC}" dt="2023-03-08T08:54:21.028" v="4321" actId="571"/>
          <ac:picMkLst>
            <pc:docMk/>
            <pc:sldMk cId="4138910074" sldId="320"/>
            <ac:picMk id="41" creationId="{9DA4FCC9-E0E2-1B61-B34C-7DC0E276472B}"/>
          </ac:picMkLst>
        </pc:picChg>
      </pc:sldChg>
      <pc:sldChg chg="del">
        <pc:chgData name="김태영" userId="8443cd8f-b258-4c7c-bbdd-a870d3924868" providerId="ADAL" clId="{6EF2B050-A64A-4BE7-B111-B9976626CDAC}" dt="2023-03-07T07:56:35.556" v="7" actId="47"/>
        <pc:sldMkLst>
          <pc:docMk/>
          <pc:sldMk cId="4195596341" sldId="320"/>
        </pc:sldMkLst>
      </pc:sldChg>
      <pc:sldChg chg="add del">
        <pc:chgData name="김태영" userId="8443cd8f-b258-4c7c-bbdd-a870d3924868" providerId="ADAL" clId="{6EF2B050-A64A-4BE7-B111-B9976626CDAC}" dt="2023-03-07T07:56:44.405" v="10" actId="47"/>
        <pc:sldMkLst>
          <pc:docMk/>
          <pc:sldMk cId="848339235" sldId="321"/>
        </pc:sldMkLst>
      </pc:sldChg>
      <pc:sldChg chg="addSp delSp add del mod addAnim delAnim">
        <pc:chgData name="김태영" userId="8443cd8f-b258-4c7c-bbdd-a870d3924868" providerId="ADAL" clId="{6EF2B050-A64A-4BE7-B111-B9976626CDAC}" dt="2023-03-08T07:45:52.547" v="2974"/>
        <pc:sldMkLst>
          <pc:docMk/>
          <pc:sldMk cId="1001313426" sldId="321"/>
        </pc:sldMkLst>
        <pc:grpChg chg="add del">
          <ac:chgData name="김태영" userId="8443cd8f-b258-4c7c-bbdd-a870d3924868" providerId="ADAL" clId="{6EF2B050-A64A-4BE7-B111-B9976626CDAC}" dt="2023-03-08T07:45:51.845" v="2973" actId="478"/>
          <ac:grpSpMkLst>
            <pc:docMk/>
            <pc:sldMk cId="1001313426" sldId="321"/>
            <ac:grpSpMk id="6" creationId="{E9662360-86C4-BE58-1B4F-62F147F54D59}"/>
          </ac:grpSpMkLst>
        </pc:grpChg>
        <pc:grpChg chg="add del">
          <ac:chgData name="김태영" userId="8443cd8f-b258-4c7c-bbdd-a870d3924868" providerId="ADAL" clId="{6EF2B050-A64A-4BE7-B111-B9976626CDAC}" dt="2023-03-08T07:45:51.845" v="2973" actId="478"/>
          <ac:grpSpMkLst>
            <pc:docMk/>
            <pc:sldMk cId="1001313426" sldId="321"/>
            <ac:grpSpMk id="10" creationId="{83D6C4A5-CF15-940F-E3AD-DB97F4476193}"/>
          </ac:grpSpMkLst>
        </pc:grpChg>
        <pc:grpChg chg="add del">
          <ac:chgData name="김태영" userId="8443cd8f-b258-4c7c-bbdd-a870d3924868" providerId="ADAL" clId="{6EF2B050-A64A-4BE7-B111-B9976626CDAC}" dt="2023-03-08T07:45:51.845" v="2973" actId="478"/>
          <ac:grpSpMkLst>
            <pc:docMk/>
            <pc:sldMk cId="1001313426" sldId="321"/>
            <ac:grpSpMk id="15" creationId="{9423CFFE-C00F-15D2-65EF-80B8A55FDBEF}"/>
          </ac:grpSpMkLst>
        </pc:grpChg>
      </pc:sldChg>
      <pc:sldChg chg="addSp delSp modSp add mod ord modNotesTx">
        <pc:chgData name="김태영" userId="8443cd8f-b258-4c7c-bbdd-a870d3924868" providerId="ADAL" clId="{6EF2B050-A64A-4BE7-B111-B9976626CDAC}" dt="2023-03-09T08:03:25.179" v="6082" actId="20577"/>
        <pc:sldMkLst>
          <pc:docMk/>
          <pc:sldMk cId="1145223767" sldId="321"/>
        </pc:sldMkLst>
        <pc:spChg chg="mod">
          <ac:chgData name="김태영" userId="8443cd8f-b258-4c7c-bbdd-a870d3924868" providerId="ADAL" clId="{6EF2B050-A64A-4BE7-B111-B9976626CDAC}" dt="2023-03-09T08:03:25.179" v="6082" actId="20577"/>
          <ac:spMkLst>
            <pc:docMk/>
            <pc:sldMk cId="1145223767" sldId="321"/>
            <ac:spMk id="3" creationId="{7AF2682B-9D3A-04E2-A34C-9196EC9F7072}"/>
          </ac:spMkLst>
        </pc:spChg>
        <pc:spChg chg="del">
          <ac:chgData name="김태영" userId="8443cd8f-b258-4c7c-bbdd-a870d3924868" providerId="ADAL" clId="{6EF2B050-A64A-4BE7-B111-B9976626CDAC}" dt="2023-03-09T07:57:16.349" v="5837" actId="478"/>
          <ac:spMkLst>
            <pc:docMk/>
            <pc:sldMk cId="1145223767" sldId="321"/>
            <ac:spMk id="7" creationId="{B770CD18-716C-C18C-4513-794003CC79F5}"/>
          </ac:spMkLst>
        </pc:spChg>
        <pc:spChg chg="del">
          <ac:chgData name="김태영" userId="8443cd8f-b258-4c7c-bbdd-a870d3924868" providerId="ADAL" clId="{6EF2B050-A64A-4BE7-B111-B9976626CDAC}" dt="2023-03-09T07:57:31.588" v="5838" actId="478"/>
          <ac:spMkLst>
            <pc:docMk/>
            <pc:sldMk cId="1145223767" sldId="321"/>
            <ac:spMk id="8" creationId="{A02B7158-039A-8F13-2764-D786B749F390}"/>
          </ac:spMkLst>
        </pc:spChg>
        <pc:spChg chg="del">
          <ac:chgData name="김태영" userId="8443cd8f-b258-4c7c-bbdd-a870d3924868" providerId="ADAL" clId="{6EF2B050-A64A-4BE7-B111-B9976626CDAC}" dt="2023-03-09T07:57:16.349" v="5837" actId="478"/>
          <ac:spMkLst>
            <pc:docMk/>
            <pc:sldMk cId="1145223767" sldId="321"/>
            <ac:spMk id="11" creationId="{66CBCFF4-9CDD-D2CC-6CBA-84B1E16881D3}"/>
          </ac:spMkLst>
        </pc:spChg>
        <pc:spChg chg="del">
          <ac:chgData name="김태영" userId="8443cd8f-b258-4c7c-bbdd-a870d3924868" providerId="ADAL" clId="{6EF2B050-A64A-4BE7-B111-B9976626CDAC}" dt="2023-03-09T07:57:31.588" v="5838" actId="478"/>
          <ac:spMkLst>
            <pc:docMk/>
            <pc:sldMk cId="1145223767" sldId="321"/>
            <ac:spMk id="12" creationId="{0DC58646-78E2-042C-ACE6-19C07B6BC4DA}"/>
          </ac:spMkLst>
        </pc:spChg>
        <pc:spChg chg="add mod">
          <ac:chgData name="김태영" userId="8443cd8f-b258-4c7c-bbdd-a870d3924868" providerId="ADAL" clId="{6EF2B050-A64A-4BE7-B111-B9976626CDAC}" dt="2023-03-09T08:01:34.205" v="5897" actId="400"/>
          <ac:spMkLst>
            <pc:docMk/>
            <pc:sldMk cId="1145223767" sldId="321"/>
            <ac:spMk id="15" creationId="{65D24C07-F8A7-504B-5BFE-01C4AB766A77}"/>
          </ac:spMkLst>
        </pc:spChg>
        <pc:spChg chg="del">
          <ac:chgData name="김태영" userId="8443cd8f-b258-4c7c-bbdd-a870d3924868" providerId="ADAL" clId="{6EF2B050-A64A-4BE7-B111-B9976626CDAC}" dt="2023-03-09T07:57:16.349" v="5837" actId="478"/>
          <ac:spMkLst>
            <pc:docMk/>
            <pc:sldMk cId="1145223767" sldId="321"/>
            <ac:spMk id="17" creationId="{1A834557-1377-ED33-23D2-4F526B365BBA}"/>
          </ac:spMkLst>
        </pc:spChg>
        <pc:spChg chg="del">
          <ac:chgData name="김태영" userId="8443cd8f-b258-4c7c-bbdd-a870d3924868" providerId="ADAL" clId="{6EF2B050-A64A-4BE7-B111-B9976626CDAC}" dt="2023-03-09T07:57:31.588" v="5838" actId="478"/>
          <ac:spMkLst>
            <pc:docMk/>
            <pc:sldMk cId="1145223767" sldId="321"/>
            <ac:spMk id="18" creationId="{A56FBE4A-4E64-B17F-3F8D-3595529EE67C}"/>
          </ac:spMkLst>
        </pc:spChg>
        <pc:spChg chg="del">
          <ac:chgData name="김태영" userId="8443cd8f-b258-4c7c-bbdd-a870d3924868" providerId="ADAL" clId="{6EF2B050-A64A-4BE7-B111-B9976626CDAC}" dt="2023-03-09T07:57:31.588" v="5838" actId="478"/>
          <ac:spMkLst>
            <pc:docMk/>
            <pc:sldMk cId="1145223767" sldId="321"/>
            <ac:spMk id="19" creationId="{BC1AAF6E-DA32-3F0E-1C88-EEF1A3C9E4F2}"/>
          </ac:spMkLst>
        </pc:spChg>
        <pc:spChg chg="del">
          <ac:chgData name="김태영" userId="8443cd8f-b258-4c7c-bbdd-a870d3924868" providerId="ADAL" clId="{6EF2B050-A64A-4BE7-B111-B9976626CDAC}" dt="2023-03-09T07:57:31.588" v="5838" actId="478"/>
          <ac:spMkLst>
            <pc:docMk/>
            <pc:sldMk cId="1145223767" sldId="321"/>
            <ac:spMk id="20" creationId="{143BC229-87B9-575C-4D0B-4A6626D413EA}"/>
          </ac:spMkLst>
        </pc:spChg>
        <pc:spChg chg="add del">
          <ac:chgData name="김태영" userId="8443cd8f-b258-4c7c-bbdd-a870d3924868" providerId="ADAL" clId="{6EF2B050-A64A-4BE7-B111-B9976626CDAC}" dt="2023-03-09T07:59:12.790" v="5869" actId="11529"/>
          <ac:spMkLst>
            <pc:docMk/>
            <pc:sldMk cId="1145223767" sldId="321"/>
            <ac:spMk id="21" creationId="{0FD1AB9C-33F4-5581-4174-4367E2E26786}"/>
          </ac:spMkLst>
        </pc:spChg>
        <pc:spChg chg="add mod">
          <ac:chgData name="김태영" userId="8443cd8f-b258-4c7c-bbdd-a870d3924868" providerId="ADAL" clId="{6EF2B050-A64A-4BE7-B111-B9976626CDAC}" dt="2023-03-09T08:00:57.994" v="5887" actId="1076"/>
          <ac:spMkLst>
            <pc:docMk/>
            <pc:sldMk cId="1145223767" sldId="321"/>
            <ac:spMk id="22" creationId="{00EA1A23-6F63-5E69-EDC9-2FBABEDDE244}"/>
          </ac:spMkLst>
        </pc:spChg>
        <pc:picChg chg="del">
          <ac:chgData name="김태영" userId="8443cd8f-b258-4c7c-bbdd-a870d3924868" providerId="ADAL" clId="{6EF2B050-A64A-4BE7-B111-B9976626CDAC}" dt="2023-03-09T07:57:16.349" v="5837" actId="478"/>
          <ac:picMkLst>
            <pc:docMk/>
            <pc:sldMk cId="1145223767" sldId="321"/>
            <ac:picMk id="6" creationId="{CD53836F-457F-2B44-16F2-D77D502219C6}"/>
          </ac:picMkLst>
        </pc:picChg>
        <pc:picChg chg="add mod">
          <ac:chgData name="김태영" userId="8443cd8f-b258-4c7c-bbdd-a870d3924868" providerId="ADAL" clId="{6EF2B050-A64A-4BE7-B111-B9976626CDAC}" dt="2023-03-09T07:58:31.506" v="5858" actId="1076"/>
          <ac:picMkLst>
            <pc:docMk/>
            <pc:sldMk cId="1145223767" sldId="321"/>
            <ac:picMk id="9" creationId="{660E8571-ABA0-CD1D-0B15-0B82DB97813B}"/>
          </ac:picMkLst>
        </pc:picChg>
        <pc:picChg chg="del">
          <ac:chgData name="김태영" userId="8443cd8f-b258-4c7c-bbdd-a870d3924868" providerId="ADAL" clId="{6EF2B050-A64A-4BE7-B111-B9976626CDAC}" dt="2023-03-09T07:57:16.349" v="5837" actId="478"/>
          <ac:picMkLst>
            <pc:docMk/>
            <pc:sldMk cId="1145223767" sldId="321"/>
            <ac:picMk id="10" creationId="{05D473B6-DD37-7E47-5F37-545C1F5FB00F}"/>
          </ac:picMkLst>
        </pc:picChg>
        <pc:picChg chg="del">
          <ac:chgData name="김태영" userId="8443cd8f-b258-4c7c-bbdd-a870d3924868" providerId="ADAL" clId="{6EF2B050-A64A-4BE7-B111-B9976626CDAC}" dt="2023-03-09T07:57:16.349" v="5837" actId="478"/>
          <ac:picMkLst>
            <pc:docMk/>
            <pc:sldMk cId="1145223767" sldId="321"/>
            <ac:picMk id="14" creationId="{B11B2A74-1492-B66D-7437-315CE943D65F}"/>
          </ac:picMkLst>
        </pc:picChg>
        <pc:picChg chg="del">
          <ac:chgData name="김태영" userId="8443cd8f-b258-4c7c-bbdd-a870d3924868" providerId="ADAL" clId="{6EF2B050-A64A-4BE7-B111-B9976626CDAC}" dt="2023-03-09T07:57:16.349" v="5837" actId="478"/>
          <ac:picMkLst>
            <pc:docMk/>
            <pc:sldMk cId="1145223767" sldId="321"/>
            <ac:picMk id="16" creationId="{66977046-75FF-58E1-A224-4E94DF350215}"/>
          </ac:picMkLst>
        </pc:picChg>
      </pc:sldChg>
      <pc:sldChg chg="addSp delSp modSp add mod ord modAnim modNotesTx">
        <pc:chgData name="김태영" userId="8443cd8f-b258-4c7c-bbdd-a870d3924868" providerId="ADAL" clId="{6EF2B050-A64A-4BE7-B111-B9976626CDAC}" dt="2023-03-10T02:28:10.483" v="15568"/>
        <pc:sldMkLst>
          <pc:docMk/>
          <pc:sldMk cId="1672530325" sldId="322"/>
        </pc:sldMkLst>
        <pc:spChg chg="mod">
          <ac:chgData name="김태영" userId="8443cd8f-b258-4c7c-bbdd-a870d3924868" providerId="ADAL" clId="{6EF2B050-A64A-4BE7-B111-B9976626CDAC}" dt="2023-03-09T16:20:30.139" v="10178" actId="20577"/>
          <ac:spMkLst>
            <pc:docMk/>
            <pc:sldMk cId="1672530325" sldId="322"/>
            <ac:spMk id="3" creationId="{72C9B015-0EA8-538B-72FF-B88A244C6384}"/>
          </ac:spMkLst>
        </pc:spChg>
        <pc:spChg chg="mod">
          <ac:chgData name="김태영" userId="8443cd8f-b258-4c7c-bbdd-a870d3924868" providerId="ADAL" clId="{6EF2B050-A64A-4BE7-B111-B9976626CDAC}" dt="2023-03-09T16:21:49.911" v="10294" actId="404"/>
          <ac:spMkLst>
            <pc:docMk/>
            <pc:sldMk cId="1672530325" sldId="322"/>
            <ac:spMk id="6" creationId="{DBBED57A-7071-3E79-190E-707F4AD14387}"/>
          </ac:spMkLst>
        </pc:spChg>
        <pc:spChg chg="del mod">
          <ac:chgData name="김태영" userId="8443cd8f-b258-4c7c-bbdd-a870d3924868" providerId="ADAL" clId="{6EF2B050-A64A-4BE7-B111-B9976626CDAC}" dt="2023-03-09T16:20:45.748" v="10181" actId="478"/>
          <ac:spMkLst>
            <pc:docMk/>
            <pc:sldMk cId="1672530325" sldId="322"/>
            <ac:spMk id="7" creationId="{9D9C5FC5-C9ED-EDD8-46CD-154CD01A1C87}"/>
          </ac:spMkLst>
        </pc:spChg>
        <pc:spChg chg="mod">
          <ac:chgData name="김태영" userId="8443cd8f-b258-4c7c-bbdd-a870d3924868" providerId="ADAL" clId="{6EF2B050-A64A-4BE7-B111-B9976626CDAC}" dt="2023-03-09T16:21:14.561" v="10258" actId="20577"/>
          <ac:spMkLst>
            <pc:docMk/>
            <pc:sldMk cId="1672530325" sldId="322"/>
            <ac:spMk id="8" creationId="{210E14A0-58AD-4E02-7D53-CF4D59D74E08}"/>
          </ac:spMkLst>
        </pc:spChg>
        <pc:spChg chg="mod">
          <ac:chgData name="김태영" userId="8443cd8f-b258-4c7c-bbdd-a870d3924868" providerId="ADAL" clId="{6EF2B050-A64A-4BE7-B111-B9976626CDAC}" dt="2023-03-09T16:21:25.358" v="10283" actId="20577"/>
          <ac:spMkLst>
            <pc:docMk/>
            <pc:sldMk cId="1672530325" sldId="322"/>
            <ac:spMk id="9" creationId="{3BBCA3D4-8DDD-7031-51B3-DE1AC1187B98}"/>
          </ac:spMkLst>
        </pc:spChg>
        <pc:spChg chg="mod">
          <ac:chgData name="김태영" userId="8443cd8f-b258-4c7c-bbdd-a870d3924868" providerId="ADAL" clId="{6EF2B050-A64A-4BE7-B111-B9976626CDAC}" dt="2023-03-09T16:21:33.498" v="10291" actId="20577"/>
          <ac:spMkLst>
            <pc:docMk/>
            <pc:sldMk cId="1672530325" sldId="322"/>
            <ac:spMk id="10" creationId="{AE2BE5C5-7699-C6BE-0F5B-6431EE394286}"/>
          </ac:spMkLst>
        </pc:spChg>
        <pc:spChg chg="add mod">
          <ac:chgData name="김태영" userId="8443cd8f-b258-4c7c-bbdd-a870d3924868" providerId="ADAL" clId="{6EF2B050-A64A-4BE7-B111-B9976626CDAC}" dt="2023-03-10T02:28:10.483" v="15568"/>
          <ac:spMkLst>
            <pc:docMk/>
            <pc:sldMk cId="1672530325" sldId="322"/>
            <ac:spMk id="11" creationId="{D28808AB-CAE7-2AAB-CC97-761D3FF36104}"/>
          </ac:spMkLst>
        </pc:spChg>
        <pc:grpChg chg="add mod">
          <ac:chgData name="김태영" userId="8443cd8f-b258-4c7c-bbdd-a870d3924868" providerId="ADAL" clId="{6EF2B050-A64A-4BE7-B111-B9976626CDAC}" dt="2023-03-09T16:22:29.430" v="10301" actId="1076"/>
          <ac:grpSpMkLst>
            <pc:docMk/>
            <pc:sldMk cId="1672530325" sldId="322"/>
            <ac:grpSpMk id="5" creationId="{A1C6B26A-C937-A153-9CF8-91B9EEF918E9}"/>
          </ac:grpSpMkLst>
        </pc:grpChg>
      </pc:sldChg>
      <pc:sldChg chg="add del">
        <pc:chgData name="김태영" userId="8443cd8f-b258-4c7c-bbdd-a870d3924868" providerId="ADAL" clId="{6EF2B050-A64A-4BE7-B111-B9976626CDAC}" dt="2023-03-08T07:45:50.550" v="2972"/>
        <pc:sldMkLst>
          <pc:docMk/>
          <pc:sldMk cId="1738893789" sldId="322"/>
        </pc:sldMkLst>
      </pc:sldChg>
      <pc:sldChg chg="del">
        <pc:chgData name="김태영" userId="8443cd8f-b258-4c7c-bbdd-a870d3924868" providerId="ADAL" clId="{6EF2B050-A64A-4BE7-B111-B9976626CDAC}" dt="2023-03-07T07:56:46.217" v="11" actId="47"/>
        <pc:sldMkLst>
          <pc:docMk/>
          <pc:sldMk cId="2463927286" sldId="322"/>
        </pc:sldMkLst>
      </pc:sldChg>
      <pc:sldChg chg="add del">
        <pc:chgData name="김태영" userId="8443cd8f-b258-4c7c-bbdd-a870d3924868" providerId="ADAL" clId="{6EF2B050-A64A-4BE7-B111-B9976626CDAC}" dt="2023-03-09T16:19:29.233" v="10058"/>
        <pc:sldMkLst>
          <pc:docMk/>
          <pc:sldMk cId="2534635524" sldId="322"/>
        </pc:sldMkLst>
      </pc:sldChg>
      <pc:sldChg chg="add del">
        <pc:chgData name="김태영" userId="8443cd8f-b258-4c7c-bbdd-a870d3924868" providerId="ADAL" clId="{6EF2B050-A64A-4BE7-B111-B9976626CDAC}" dt="2023-03-09T16:20:20.452" v="10152"/>
        <pc:sldMkLst>
          <pc:docMk/>
          <pc:sldMk cId="3685240361" sldId="322"/>
        </pc:sldMkLst>
      </pc:sldChg>
      <pc:sldChg chg="del">
        <pc:chgData name="김태영" userId="8443cd8f-b258-4c7c-bbdd-a870d3924868" providerId="ADAL" clId="{6EF2B050-A64A-4BE7-B111-B9976626CDAC}" dt="2023-03-07T07:56:47.387" v="12" actId="47"/>
        <pc:sldMkLst>
          <pc:docMk/>
          <pc:sldMk cId="375184813" sldId="323"/>
        </pc:sldMkLst>
      </pc:sldChg>
      <pc:sldChg chg="addSp delSp modSp add mod modAnim modNotesTx">
        <pc:chgData name="김태영" userId="8443cd8f-b258-4c7c-bbdd-a870d3924868" providerId="ADAL" clId="{6EF2B050-A64A-4BE7-B111-B9976626CDAC}" dt="2023-03-09T19:25:32.280" v="15530" actId="14100"/>
        <pc:sldMkLst>
          <pc:docMk/>
          <pc:sldMk cId="1973983920" sldId="323"/>
        </pc:sldMkLst>
        <pc:spChg chg="del">
          <ac:chgData name="김태영" userId="8443cd8f-b258-4c7c-bbdd-a870d3924868" providerId="ADAL" clId="{6EF2B050-A64A-4BE7-B111-B9976626CDAC}" dt="2023-03-09T17:29:20.555" v="11007" actId="478"/>
          <ac:spMkLst>
            <pc:docMk/>
            <pc:sldMk cId="1973983920" sldId="323"/>
            <ac:spMk id="7" creationId="{E552CAB9-3DED-58AC-B226-EC34CBA04951}"/>
          </ac:spMkLst>
        </pc:spChg>
        <pc:spChg chg="add mod">
          <ac:chgData name="김태영" userId="8443cd8f-b258-4c7c-bbdd-a870d3924868" providerId="ADAL" clId="{6EF2B050-A64A-4BE7-B111-B9976626CDAC}" dt="2023-03-09T17:43:49.245" v="11576" actId="1076"/>
          <ac:spMkLst>
            <pc:docMk/>
            <pc:sldMk cId="1973983920" sldId="323"/>
            <ac:spMk id="11" creationId="{81B833C1-3B69-9BC9-555D-F90C3D872F77}"/>
          </ac:spMkLst>
        </pc:spChg>
        <pc:spChg chg="add mod">
          <ac:chgData name="김태영" userId="8443cd8f-b258-4c7c-bbdd-a870d3924868" providerId="ADAL" clId="{6EF2B050-A64A-4BE7-B111-B9976626CDAC}" dt="2023-03-09T17:44:01.541" v="11582" actId="14100"/>
          <ac:spMkLst>
            <pc:docMk/>
            <pc:sldMk cId="1973983920" sldId="323"/>
            <ac:spMk id="12" creationId="{33279A9F-5050-B0CF-3D35-E389B2D544FE}"/>
          </ac:spMkLst>
        </pc:spChg>
        <pc:spChg chg="add mod">
          <ac:chgData name="김태영" userId="8443cd8f-b258-4c7c-bbdd-a870d3924868" providerId="ADAL" clId="{6EF2B050-A64A-4BE7-B111-B9976626CDAC}" dt="2023-03-09T19:25:32.280" v="15530" actId="14100"/>
          <ac:spMkLst>
            <pc:docMk/>
            <pc:sldMk cId="1973983920" sldId="323"/>
            <ac:spMk id="13" creationId="{70F9652A-D1AB-97B7-BA2F-6BCB75F04885}"/>
          </ac:spMkLst>
        </pc:spChg>
        <pc:spChg chg="add mod">
          <ac:chgData name="김태영" userId="8443cd8f-b258-4c7c-bbdd-a870d3924868" providerId="ADAL" clId="{6EF2B050-A64A-4BE7-B111-B9976626CDAC}" dt="2023-03-09T17:44:28.127" v="11586" actId="14100"/>
          <ac:spMkLst>
            <pc:docMk/>
            <pc:sldMk cId="1973983920" sldId="323"/>
            <ac:spMk id="14" creationId="{5056801C-A13E-A09F-516C-CC5829331064}"/>
          </ac:spMkLst>
        </pc:spChg>
        <pc:spChg chg="add mod">
          <ac:chgData name="김태영" userId="8443cd8f-b258-4c7c-bbdd-a870d3924868" providerId="ADAL" clId="{6EF2B050-A64A-4BE7-B111-B9976626CDAC}" dt="2023-03-09T19:24:24.817" v="15499" actId="207"/>
          <ac:spMkLst>
            <pc:docMk/>
            <pc:sldMk cId="1973983920" sldId="323"/>
            <ac:spMk id="21" creationId="{AE281566-F126-EB78-FC84-84B93F12AAEE}"/>
          </ac:spMkLst>
        </pc:spChg>
        <pc:spChg chg="add mod">
          <ac:chgData name="김태영" userId="8443cd8f-b258-4c7c-bbdd-a870d3924868" providerId="ADAL" clId="{6EF2B050-A64A-4BE7-B111-B9976626CDAC}" dt="2023-03-09T19:23:59.452" v="15496" actId="1076"/>
          <ac:spMkLst>
            <pc:docMk/>
            <pc:sldMk cId="1973983920" sldId="323"/>
            <ac:spMk id="24" creationId="{B2CCDD12-C879-A13D-FA18-2D40865071DF}"/>
          </ac:spMkLst>
        </pc:spChg>
        <pc:spChg chg="add mod">
          <ac:chgData name="김태영" userId="8443cd8f-b258-4c7c-bbdd-a870d3924868" providerId="ADAL" clId="{6EF2B050-A64A-4BE7-B111-B9976626CDAC}" dt="2023-03-09T17:44:48.969" v="11592" actId="20577"/>
          <ac:spMkLst>
            <pc:docMk/>
            <pc:sldMk cId="1973983920" sldId="323"/>
            <ac:spMk id="32" creationId="{89FBDF35-8CD1-94F4-7C37-073931F07608}"/>
          </ac:spMkLst>
        </pc:spChg>
        <pc:spChg chg="add del mod">
          <ac:chgData name="김태영" userId="8443cd8f-b258-4c7c-bbdd-a870d3924868" providerId="ADAL" clId="{6EF2B050-A64A-4BE7-B111-B9976626CDAC}" dt="2023-03-09T19:24:01.655" v="15497" actId="478"/>
          <ac:spMkLst>
            <pc:docMk/>
            <pc:sldMk cId="1973983920" sldId="323"/>
            <ac:spMk id="34" creationId="{205347AC-4533-5D7E-0DC9-FF7DD3B4D89C}"/>
          </ac:spMkLst>
        </pc:spChg>
        <pc:spChg chg="add mod">
          <ac:chgData name="김태영" userId="8443cd8f-b258-4c7c-bbdd-a870d3924868" providerId="ADAL" clId="{6EF2B050-A64A-4BE7-B111-B9976626CDAC}" dt="2023-03-09T19:24:58.608" v="15520" actId="164"/>
          <ac:spMkLst>
            <pc:docMk/>
            <pc:sldMk cId="1973983920" sldId="323"/>
            <ac:spMk id="40" creationId="{AE0E516A-7525-8328-4B0F-79F0781A802F}"/>
          </ac:spMkLst>
        </pc:spChg>
        <pc:grpChg chg="add mod">
          <ac:chgData name="김태영" userId="8443cd8f-b258-4c7c-bbdd-a870d3924868" providerId="ADAL" clId="{6EF2B050-A64A-4BE7-B111-B9976626CDAC}" dt="2023-03-09T19:23:55.889" v="15494" actId="1076"/>
          <ac:grpSpMkLst>
            <pc:docMk/>
            <pc:sldMk cId="1973983920" sldId="323"/>
            <ac:grpSpMk id="20" creationId="{9EA7FB5A-6E66-8557-9794-0CB9A15006F0}"/>
          </ac:grpSpMkLst>
        </pc:grpChg>
        <pc:grpChg chg="add mod">
          <ac:chgData name="김태영" userId="8443cd8f-b258-4c7c-bbdd-a870d3924868" providerId="ADAL" clId="{6EF2B050-A64A-4BE7-B111-B9976626CDAC}" dt="2023-03-09T19:23:55.889" v="15494" actId="1076"/>
          <ac:grpSpMkLst>
            <pc:docMk/>
            <pc:sldMk cId="1973983920" sldId="323"/>
            <ac:grpSpMk id="28" creationId="{D5312DB3-7A61-7F74-192A-626740C55C6D}"/>
          </ac:grpSpMkLst>
        </pc:grpChg>
        <pc:grpChg chg="add mod">
          <ac:chgData name="김태영" userId="8443cd8f-b258-4c7c-bbdd-a870d3924868" providerId="ADAL" clId="{6EF2B050-A64A-4BE7-B111-B9976626CDAC}" dt="2023-03-09T19:23:36.389" v="15489" actId="1076"/>
          <ac:grpSpMkLst>
            <pc:docMk/>
            <pc:sldMk cId="1973983920" sldId="323"/>
            <ac:grpSpMk id="29" creationId="{68C8B907-C184-CAF2-DC48-0193C427C470}"/>
          </ac:grpSpMkLst>
        </pc:grpChg>
        <pc:grpChg chg="add mod">
          <ac:chgData name="김태영" userId="8443cd8f-b258-4c7c-bbdd-a870d3924868" providerId="ADAL" clId="{6EF2B050-A64A-4BE7-B111-B9976626CDAC}" dt="2023-03-09T19:24:58.608" v="15520" actId="164"/>
          <ac:grpSpMkLst>
            <pc:docMk/>
            <pc:sldMk cId="1973983920" sldId="323"/>
            <ac:grpSpMk id="41" creationId="{5F3D6F83-2B9A-1BAE-5393-90CA6A9FD2A7}"/>
          </ac:grpSpMkLst>
        </pc:grpChg>
        <pc:picChg chg="del">
          <ac:chgData name="김태영" userId="8443cd8f-b258-4c7c-bbdd-a870d3924868" providerId="ADAL" clId="{6EF2B050-A64A-4BE7-B111-B9976626CDAC}" dt="2023-03-09T17:29:20.555" v="11007" actId="478"/>
          <ac:picMkLst>
            <pc:docMk/>
            <pc:sldMk cId="1973983920" sldId="323"/>
            <ac:picMk id="6" creationId="{5CA3CB87-845B-616A-56C2-C46A8A048389}"/>
          </ac:picMkLst>
        </pc:picChg>
        <pc:picChg chg="add del mod">
          <ac:chgData name="김태영" userId="8443cd8f-b258-4c7c-bbdd-a870d3924868" providerId="ADAL" clId="{6EF2B050-A64A-4BE7-B111-B9976626CDAC}" dt="2023-03-09T17:30:23.840" v="11015" actId="478"/>
          <ac:picMkLst>
            <pc:docMk/>
            <pc:sldMk cId="1973983920" sldId="323"/>
            <ac:picMk id="8" creationId="{85490714-07D7-4461-FABD-220B6811C3CD}"/>
          </ac:picMkLst>
        </pc:picChg>
        <pc:picChg chg="add del mod">
          <ac:chgData name="김태영" userId="8443cd8f-b258-4c7c-bbdd-a870d3924868" providerId="ADAL" clId="{6EF2B050-A64A-4BE7-B111-B9976626CDAC}" dt="2023-03-09T17:43:10.627" v="11565" actId="478"/>
          <ac:picMkLst>
            <pc:docMk/>
            <pc:sldMk cId="1973983920" sldId="323"/>
            <ac:picMk id="10" creationId="{01AB96C7-CF81-9FE6-9C43-1100D80C055E}"/>
          </ac:picMkLst>
        </pc:picChg>
        <pc:picChg chg="add mod">
          <ac:chgData name="김태영" userId="8443cd8f-b258-4c7c-bbdd-a870d3924868" providerId="ADAL" clId="{6EF2B050-A64A-4BE7-B111-B9976626CDAC}" dt="2023-03-09T17:37:33.670" v="11373" actId="164"/>
          <ac:picMkLst>
            <pc:docMk/>
            <pc:sldMk cId="1973983920" sldId="323"/>
            <ac:picMk id="16" creationId="{5706C527-E049-6741-D55D-A3F0AC6D98C7}"/>
          </ac:picMkLst>
        </pc:picChg>
        <pc:picChg chg="add mod ord modCrop">
          <ac:chgData name="김태영" userId="8443cd8f-b258-4c7c-bbdd-a870d3924868" providerId="ADAL" clId="{6EF2B050-A64A-4BE7-B111-B9976626CDAC}" dt="2023-03-09T17:43:39.919" v="11574" actId="1076"/>
          <ac:picMkLst>
            <pc:docMk/>
            <pc:sldMk cId="1973983920" sldId="323"/>
            <ac:picMk id="31" creationId="{617FE2EC-B532-CAC8-A65B-C8170D767AA9}"/>
          </ac:picMkLst>
        </pc:picChg>
        <pc:cxnChg chg="add mod">
          <ac:chgData name="김태영" userId="8443cd8f-b258-4c7c-bbdd-a870d3924868" providerId="ADAL" clId="{6EF2B050-A64A-4BE7-B111-B9976626CDAC}" dt="2023-03-09T17:37:33.670" v="11373" actId="164"/>
          <ac:cxnSpMkLst>
            <pc:docMk/>
            <pc:sldMk cId="1973983920" sldId="323"/>
            <ac:cxnSpMk id="18" creationId="{E875024D-9336-2D0D-1453-CA3A380C1F00}"/>
          </ac:cxnSpMkLst>
        </pc:cxnChg>
        <pc:cxnChg chg="add mod">
          <ac:chgData name="김태영" userId="8443cd8f-b258-4c7c-bbdd-a870d3924868" providerId="ADAL" clId="{6EF2B050-A64A-4BE7-B111-B9976626CDAC}" dt="2023-03-09T19:23:55.889" v="15494" actId="1076"/>
          <ac:cxnSpMkLst>
            <pc:docMk/>
            <pc:sldMk cId="1973983920" sldId="323"/>
            <ac:cxnSpMk id="23" creationId="{25EDE49C-3AE2-7A01-0012-C1A3145DC4EE}"/>
          </ac:cxnSpMkLst>
        </pc:cxnChg>
        <pc:cxnChg chg="add mod">
          <ac:chgData name="김태영" userId="8443cd8f-b258-4c7c-bbdd-a870d3924868" providerId="ADAL" clId="{6EF2B050-A64A-4BE7-B111-B9976626CDAC}" dt="2023-03-09T19:23:59.452" v="15496" actId="1076"/>
          <ac:cxnSpMkLst>
            <pc:docMk/>
            <pc:sldMk cId="1973983920" sldId="323"/>
            <ac:cxnSpMk id="25" creationId="{C0AEC048-F840-8C06-04E4-4B2A57623757}"/>
          </ac:cxnSpMkLst>
        </pc:cxnChg>
        <pc:cxnChg chg="add mod">
          <ac:chgData name="김태영" userId="8443cd8f-b258-4c7c-bbdd-a870d3924868" providerId="ADAL" clId="{6EF2B050-A64A-4BE7-B111-B9976626CDAC}" dt="2023-03-09T19:24:58.608" v="15520" actId="164"/>
          <ac:cxnSpMkLst>
            <pc:docMk/>
            <pc:sldMk cId="1973983920" sldId="323"/>
            <ac:cxnSpMk id="38" creationId="{A39D1F88-175C-6732-5166-526C085F3116}"/>
          </ac:cxnSpMkLst>
        </pc:cxnChg>
      </pc:sldChg>
      <pc:sldChg chg="del">
        <pc:chgData name="김태영" userId="8443cd8f-b258-4c7c-bbdd-a870d3924868" providerId="ADAL" clId="{6EF2B050-A64A-4BE7-B111-B9976626CDAC}" dt="2023-03-07T07:56:53.703" v="13" actId="47"/>
        <pc:sldMkLst>
          <pc:docMk/>
          <pc:sldMk cId="46141193" sldId="324"/>
        </pc:sldMkLst>
      </pc:sldChg>
      <pc:sldChg chg="addSp delSp modSp add mod delAnim modAnim modNotesTx">
        <pc:chgData name="김태영" userId="8443cd8f-b258-4c7c-bbdd-a870d3924868" providerId="ADAL" clId="{6EF2B050-A64A-4BE7-B111-B9976626CDAC}" dt="2023-03-10T03:43:44.451" v="15611" actId="20577"/>
        <pc:sldMkLst>
          <pc:docMk/>
          <pc:sldMk cId="690891385" sldId="324"/>
        </pc:sldMkLst>
        <pc:spChg chg="mod">
          <ac:chgData name="김태영" userId="8443cd8f-b258-4c7c-bbdd-a870d3924868" providerId="ADAL" clId="{6EF2B050-A64A-4BE7-B111-B9976626CDAC}" dt="2023-03-09T17:42:16.360" v="11564" actId="115"/>
          <ac:spMkLst>
            <pc:docMk/>
            <pc:sldMk cId="690891385" sldId="324"/>
            <ac:spMk id="3" creationId="{72C9B015-0EA8-538B-72FF-B88A244C6384}"/>
          </ac:spMkLst>
        </pc:spChg>
        <pc:spChg chg="add mod">
          <ac:chgData name="김태영" userId="8443cd8f-b258-4c7c-bbdd-a870d3924868" providerId="ADAL" clId="{6EF2B050-A64A-4BE7-B111-B9976626CDAC}" dt="2023-03-10T03:43:44.451" v="15611" actId="20577"/>
          <ac:spMkLst>
            <pc:docMk/>
            <pc:sldMk cId="690891385" sldId="324"/>
            <ac:spMk id="5" creationId="{55CD658B-C438-8287-6FBB-B3E7F8A2A343}"/>
          </ac:spMkLst>
        </pc:spChg>
        <pc:spChg chg="del">
          <ac:chgData name="김태영" userId="8443cd8f-b258-4c7c-bbdd-a870d3924868" providerId="ADAL" clId="{6EF2B050-A64A-4BE7-B111-B9976626CDAC}" dt="2023-03-09T17:41:47.394" v="11552" actId="478"/>
          <ac:spMkLst>
            <pc:docMk/>
            <pc:sldMk cId="690891385" sldId="324"/>
            <ac:spMk id="11" creationId="{81B833C1-3B69-9BC9-555D-F90C3D872F77}"/>
          </ac:spMkLst>
        </pc:spChg>
        <pc:spChg chg="del">
          <ac:chgData name="김태영" userId="8443cd8f-b258-4c7c-bbdd-a870d3924868" providerId="ADAL" clId="{6EF2B050-A64A-4BE7-B111-B9976626CDAC}" dt="2023-03-09T17:41:47.394" v="11552" actId="478"/>
          <ac:spMkLst>
            <pc:docMk/>
            <pc:sldMk cId="690891385" sldId="324"/>
            <ac:spMk id="12" creationId="{33279A9F-5050-B0CF-3D35-E389B2D544FE}"/>
          </ac:spMkLst>
        </pc:spChg>
        <pc:spChg chg="del">
          <ac:chgData name="김태영" userId="8443cd8f-b258-4c7c-bbdd-a870d3924868" providerId="ADAL" clId="{6EF2B050-A64A-4BE7-B111-B9976626CDAC}" dt="2023-03-09T17:41:47.394" v="11552" actId="478"/>
          <ac:spMkLst>
            <pc:docMk/>
            <pc:sldMk cId="690891385" sldId="324"/>
            <ac:spMk id="13" creationId="{70F9652A-D1AB-97B7-BA2F-6BCB75F04885}"/>
          </ac:spMkLst>
        </pc:spChg>
        <pc:spChg chg="del">
          <ac:chgData name="김태영" userId="8443cd8f-b258-4c7c-bbdd-a870d3924868" providerId="ADAL" clId="{6EF2B050-A64A-4BE7-B111-B9976626CDAC}" dt="2023-03-09T17:41:47.394" v="11552" actId="478"/>
          <ac:spMkLst>
            <pc:docMk/>
            <pc:sldMk cId="690891385" sldId="324"/>
            <ac:spMk id="14" creationId="{5056801C-A13E-A09F-516C-CC5829331064}"/>
          </ac:spMkLst>
        </pc:spChg>
        <pc:spChg chg="add mod">
          <ac:chgData name="김태영" userId="8443cd8f-b258-4c7c-bbdd-a870d3924868" providerId="ADAL" clId="{6EF2B050-A64A-4BE7-B111-B9976626CDAC}" dt="2023-03-09T17:54:06.436" v="12388" actId="1036"/>
          <ac:spMkLst>
            <pc:docMk/>
            <pc:sldMk cId="690891385" sldId="324"/>
            <ac:spMk id="15" creationId="{2122430E-1E36-68D6-71AA-A3F1B89F5E81}"/>
          </ac:spMkLst>
        </pc:spChg>
        <pc:grpChg chg="del">
          <ac:chgData name="김태영" userId="8443cd8f-b258-4c7c-bbdd-a870d3924868" providerId="ADAL" clId="{6EF2B050-A64A-4BE7-B111-B9976626CDAC}" dt="2023-03-09T17:41:47.394" v="11552" actId="478"/>
          <ac:grpSpMkLst>
            <pc:docMk/>
            <pc:sldMk cId="690891385" sldId="324"/>
            <ac:grpSpMk id="20" creationId="{9EA7FB5A-6E66-8557-9794-0CB9A15006F0}"/>
          </ac:grpSpMkLst>
        </pc:grpChg>
        <pc:grpChg chg="del">
          <ac:chgData name="김태영" userId="8443cd8f-b258-4c7c-bbdd-a870d3924868" providerId="ADAL" clId="{6EF2B050-A64A-4BE7-B111-B9976626CDAC}" dt="2023-03-09T17:41:47.394" v="11552" actId="478"/>
          <ac:grpSpMkLst>
            <pc:docMk/>
            <pc:sldMk cId="690891385" sldId="324"/>
            <ac:grpSpMk id="28" creationId="{D5312DB3-7A61-7F74-192A-626740C55C6D}"/>
          </ac:grpSpMkLst>
        </pc:grpChg>
        <pc:grpChg chg="del">
          <ac:chgData name="김태영" userId="8443cd8f-b258-4c7c-bbdd-a870d3924868" providerId="ADAL" clId="{6EF2B050-A64A-4BE7-B111-B9976626CDAC}" dt="2023-03-09T17:41:47.394" v="11552" actId="478"/>
          <ac:grpSpMkLst>
            <pc:docMk/>
            <pc:sldMk cId="690891385" sldId="324"/>
            <ac:grpSpMk id="29" creationId="{68C8B907-C184-CAF2-DC48-0193C427C470}"/>
          </ac:grpSpMkLst>
        </pc:grpChg>
        <pc:picChg chg="add mod">
          <ac:chgData name="김태영" userId="8443cd8f-b258-4c7c-bbdd-a870d3924868" providerId="ADAL" clId="{6EF2B050-A64A-4BE7-B111-B9976626CDAC}" dt="2023-03-09T17:50:11.856" v="12237" actId="1076"/>
          <ac:picMkLst>
            <pc:docMk/>
            <pc:sldMk cId="690891385" sldId="324"/>
            <ac:picMk id="7" creationId="{FB414065-77AB-D7C2-B8B0-1B9593E6CF96}"/>
          </ac:picMkLst>
        </pc:picChg>
        <pc:picChg chg="add mod">
          <ac:chgData name="김태영" userId="8443cd8f-b258-4c7c-bbdd-a870d3924868" providerId="ADAL" clId="{6EF2B050-A64A-4BE7-B111-B9976626CDAC}" dt="2023-03-09T17:54:06.436" v="12388" actId="1036"/>
          <ac:picMkLst>
            <pc:docMk/>
            <pc:sldMk cId="690891385" sldId="324"/>
            <ac:picMk id="9" creationId="{0FB0637B-6196-A51C-DF5B-AB89556067FB}"/>
          </ac:picMkLst>
        </pc:picChg>
        <pc:picChg chg="del">
          <ac:chgData name="김태영" userId="8443cd8f-b258-4c7c-bbdd-a870d3924868" providerId="ADAL" clId="{6EF2B050-A64A-4BE7-B111-B9976626CDAC}" dt="2023-03-09T17:41:47.394" v="11552" actId="478"/>
          <ac:picMkLst>
            <pc:docMk/>
            <pc:sldMk cId="690891385" sldId="324"/>
            <ac:picMk id="10" creationId="{01AB96C7-CF81-9FE6-9C43-1100D80C055E}"/>
          </ac:picMkLst>
        </pc:picChg>
        <pc:cxnChg chg="mod">
          <ac:chgData name="김태영" userId="8443cd8f-b258-4c7c-bbdd-a870d3924868" providerId="ADAL" clId="{6EF2B050-A64A-4BE7-B111-B9976626CDAC}" dt="2023-03-09T17:41:47.394" v="11552" actId="478"/>
          <ac:cxnSpMkLst>
            <pc:docMk/>
            <pc:sldMk cId="690891385" sldId="324"/>
            <ac:cxnSpMk id="23" creationId="{25EDE49C-3AE2-7A01-0012-C1A3145DC4EE}"/>
          </ac:cxnSpMkLst>
        </pc:cxnChg>
        <pc:cxnChg chg="mod">
          <ac:chgData name="김태영" userId="8443cd8f-b258-4c7c-bbdd-a870d3924868" providerId="ADAL" clId="{6EF2B050-A64A-4BE7-B111-B9976626CDAC}" dt="2023-03-09T17:41:47.394" v="11552" actId="478"/>
          <ac:cxnSpMkLst>
            <pc:docMk/>
            <pc:sldMk cId="690891385" sldId="324"/>
            <ac:cxnSpMk id="25" creationId="{C0AEC048-F840-8C06-04E4-4B2A57623757}"/>
          </ac:cxnSpMkLst>
        </pc:cxnChg>
      </pc:sldChg>
      <pc:sldChg chg="del">
        <pc:chgData name="김태영" userId="8443cd8f-b258-4c7c-bbdd-a870d3924868" providerId="ADAL" clId="{6EF2B050-A64A-4BE7-B111-B9976626CDAC}" dt="2023-03-07T07:56:54.364" v="14" actId="47"/>
        <pc:sldMkLst>
          <pc:docMk/>
          <pc:sldMk cId="1191572402" sldId="325"/>
        </pc:sldMkLst>
      </pc:sldChg>
      <pc:sldChg chg="addSp modSp add mod modAnim modNotesTx">
        <pc:chgData name="김태영" userId="8443cd8f-b258-4c7c-bbdd-a870d3924868" providerId="ADAL" clId="{6EF2B050-A64A-4BE7-B111-B9976626CDAC}" dt="2023-03-09T18:20:35.925" v="13425"/>
        <pc:sldMkLst>
          <pc:docMk/>
          <pc:sldMk cId="1710573325" sldId="325"/>
        </pc:sldMkLst>
        <pc:spChg chg="mod">
          <ac:chgData name="김태영" userId="8443cd8f-b258-4c7c-bbdd-a870d3924868" providerId="ADAL" clId="{6EF2B050-A64A-4BE7-B111-B9976626CDAC}" dt="2023-03-09T17:58:13.724" v="12577"/>
          <ac:spMkLst>
            <pc:docMk/>
            <pc:sldMk cId="1710573325" sldId="325"/>
            <ac:spMk id="3" creationId="{72C9B015-0EA8-538B-72FF-B88A244C6384}"/>
          </ac:spMkLst>
        </pc:spChg>
        <pc:spChg chg="add mod">
          <ac:chgData name="김태영" userId="8443cd8f-b258-4c7c-bbdd-a870d3924868" providerId="ADAL" clId="{6EF2B050-A64A-4BE7-B111-B9976626CDAC}" dt="2023-03-09T18:00:01.232" v="12808" actId="114"/>
          <ac:spMkLst>
            <pc:docMk/>
            <pc:sldMk cId="1710573325" sldId="325"/>
            <ac:spMk id="5" creationId="{8818FA4D-7BB4-F601-958C-6189EA27F983}"/>
          </ac:spMkLst>
        </pc:spChg>
        <pc:spChg chg="add mod">
          <ac:chgData name="김태영" userId="8443cd8f-b258-4c7c-bbdd-a870d3924868" providerId="ADAL" clId="{6EF2B050-A64A-4BE7-B111-B9976626CDAC}" dt="2023-03-09T18:20:29.139" v="13422" actId="164"/>
          <ac:spMkLst>
            <pc:docMk/>
            <pc:sldMk cId="1710573325" sldId="325"/>
            <ac:spMk id="8" creationId="{DC9172F1-C15F-4DF2-6E94-F78B4C4BE728}"/>
          </ac:spMkLst>
        </pc:spChg>
        <pc:spChg chg="add mod">
          <ac:chgData name="김태영" userId="8443cd8f-b258-4c7c-bbdd-a870d3924868" providerId="ADAL" clId="{6EF2B050-A64A-4BE7-B111-B9976626CDAC}" dt="2023-03-09T18:20:35.039" v="13424" actId="1076"/>
          <ac:spMkLst>
            <pc:docMk/>
            <pc:sldMk cId="1710573325" sldId="325"/>
            <ac:spMk id="10" creationId="{244178E4-F4F1-0229-223C-FF34BCB355E4}"/>
          </ac:spMkLst>
        </pc:spChg>
        <pc:grpChg chg="add mod">
          <ac:chgData name="김태영" userId="8443cd8f-b258-4c7c-bbdd-a870d3924868" providerId="ADAL" clId="{6EF2B050-A64A-4BE7-B111-B9976626CDAC}" dt="2023-03-09T18:20:29.139" v="13422" actId="164"/>
          <ac:grpSpMkLst>
            <pc:docMk/>
            <pc:sldMk cId="1710573325" sldId="325"/>
            <ac:grpSpMk id="11" creationId="{4B57B8C8-8AE4-0455-15C3-35E1C381901E}"/>
          </ac:grpSpMkLst>
        </pc:grpChg>
        <pc:picChg chg="add mod">
          <ac:chgData name="김태영" userId="8443cd8f-b258-4c7c-bbdd-a870d3924868" providerId="ADAL" clId="{6EF2B050-A64A-4BE7-B111-B9976626CDAC}" dt="2023-03-09T18:20:29.139" v="13422" actId="164"/>
          <ac:picMkLst>
            <pc:docMk/>
            <pc:sldMk cId="1710573325" sldId="325"/>
            <ac:picMk id="7" creationId="{FEA012D0-B054-6FD3-646F-C53E317D8026}"/>
          </ac:picMkLst>
        </pc:picChg>
      </pc:sldChg>
      <pc:sldChg chg="addSp modSp add mod modAnim modNotesTx">
        <pc:chgData name="김태영" userId="8443cd8f-b258-4c7c-bbdd-a870d3924868" providerId="ADAL" clId="{6EF2B050-A64A-4BE7-B111-B9976626CDAC}" dt="2023-03-09T18:48:29.162" v="14754"/>
        <pc:sldMkLst>
          <pc:docMk/>
          <pc:sldMk cId="265760151" sldId="326"/>
        </pc:sldMkLst>
        <pc:spChg chg="mod">
          <ac:chgData name="김태영" userId="8443cd8f-b258-4c7c-bbdd-a870d3924868" providerId="ADAL" clId="{6EF2B050-A64A-4BE7-B111-B9976626CDAC}" dt="2023-03-09T18:19:04.608" v="13290"/>
          <ac:spMkLst>
            <pc:docMk/>
            <pc:sldMk cId="265760151" sldId="326"/>
            <ac:spMk id="3" creationId="{72C9B015-0EA8-538B-72FF-B88A244C6384}"/>
          </ac:spMkLst>
        </pc:spChg>
        <pc:spChg chg="add mod">
          <ac:chgData name="김태영" userId="8443cd8f-b258-4c7c-bbdd-a870d3924868" providerId="ADAL" clId="{6EF2B050-A64A-4BE7-B111-B9976626CDAC}" dt="2023-03-09T18:22:40.098" v="13580" actId="115"/>
          <ac:spMkLst>
            <pc:docMk/>
            <pc:sldMk cId="265760151" sldId="326"/>
            <ac:spMk id="5" creationId="{12E71708-EAE2-C12C-1F68-E788FC10A797}"/>
          </ac:spMkLst>
        </pc:spChg>
        <pc:spChg chg="add mod">
          <ac:chgData name="김태영" userId="8443cd8f-b258-4c7c-bbdd-a870d3924868" providerId="ADAL" clId="{6EF2B050-A64A-4BE7-B111-B9976626CDAC}" dt="2023-03-09T18:48:27.295" v="14753" actId="164"/>
          <ac:spMkLst>
            <pc:docMk/>
            <pc:sldMk cId="265760151" sldId="326"/>
            <ac:spMk id="8" creationId="{ABB7BDA6-0E52-0A5C-1577-0472A591BA50}"/>
          </ac:spMkLst>
        </pc:spChg>
        <pc:spChg chg="add mod">
          <ac:chgData name="김태영" userId="8443cd8f-b258-4c7c-bbdd-a870d3924868" providerId="ADAL" clId="{6EF2B050-A64A-4BE7-B111-B9976626CDAC}" dt="2023-03-09T18:48:27.295" v="14753" actId="164"/>
          <ac:spMkLst>
            <pc:docMk/>
            <pc:sldMk cId="265760151" sldId="326"/>
            <ac:spMk id="9" creationId="{443A8657-01AC-7796-9604-496759B3013E}"/>
          </ac:spMkLst>
        </pc:spChg>
        <pc:grpChg chg="add mod">
          <ac:chgData name="김태영" userId="8443cd8f-b258-4c7c-bbdd-a870d3924868" providerId="ADAL" clId="{6EF2B050-A64A-4BE7-B111-B9976626CDAC}" dt="2023-03-09T18:48:27.295" v="14753" actId="164"/>
          <ac:grpSpMkLst>
            <pc:docMk/>
            <pc:sldMk cId="265760151" sldId="326"/>
            <ac:grpSpMk id="10" creationId="{1840D458-A2A4-AFB6-7BA5-9BC0B5243C58}"/>
          </ac:grpSpMkLst>
        </pc:grpChg>
        <pc:picChg chg="add mod">
          <ac:chgData name="김태영" userId="8443cd8f-b258-4c7c-bbdd-a870d3924868" providerId="ADAL" clId="{6EF2B050-A64A-4BE7-B111-B9976626CDAC}" dt="2023-03-09T18:48:27.295" v="14753" actId="164"/>
          <ac:picMkLst>
            <pc:docMk/>
            <pc:sldMk cId="265760151" sldId="326"/>
            <ac:picMk id="7" creationId="{246991CB-8CB7-D4DE-8360-AAD196AB0667}"/>
          </ac:picMkLst>
        </pc:picChg>
      </pc:sldChg>
      <pc:sldChg chg="del">
        <pc:chgData name="김태영" userId="8443cd8f-b258-4c7c-bbdd-a870d3924868" providerId="ADAL" clId="{6EF2B050-A64A-4BE7-B111-B9976626CDAC}" dt="2023-03-07T07:56:55.005" v="15" actId="47"/>
        <pc:sldMkLst>
          <pc:docMk/>
          <pc:sldMk cId="1072636788" sldId="326"/>
        </pc:sldMkLst>
      </pc:sldChg>
      <pc:sldChg chg="delSp modSp add del mod">
        <pc:chgData name="김태영" userId="8443cd8f-b258-4c7c-bbdd-a870d3924868" providerId="ADAL" clId="{6EF2B050-A64A-4BE7-B111-B9976626CDAC}" dt="2023-03-09T18:18:52.936" v="13286" actId="47"/>
        <pc:sldMkLst>
          <pc:docMk/>
          <pc:sldMk cId="3140289333" sldId="327"/>
        </pc:sldMkLst>
        <pc:spChg chg="mod">
          <ac:chgData name="김태영" userId="8443cd8f-b258-4c7c-bbdd-a870d3924868" providerId="ADAL" clId="{6EF2B050-A64A-4BE7-B111-B9976626CDAC}" dt="2023-03-09T18:03:29.357" v="12955" actId="1076"/>
          <ac:spMkLst>
            <pc:docMk/>
            <pc:sldMk cId="3140289333" sldId="327"/>
            <ac:spMk id="8" creationId="{DC9172F1-C15F-4DF2-6E94-F78B4C4BE728}"/>
          </ac:spMkLst>
        </pc:spChg>
        <pc:picChg chg="del">
          <ac:chgData name="김태영" userId="8443cd8f-b258-4c7c-bbdd-a870d3924868" providerId="ADAL" clId="{6EF2B050-A64A-4BE7-B111-B9976626CDAC}" dt="2023-03-09T18:03:27.375" v="12954" actId="478"/>
          <ac:picMkLst>
            <pc:docMk/>
            <pc:sldMk cId="3140289333" sldId="327"/>
            <ac:picMk id="7" creationId="{FEA012D0-B054-6FD3-646F-C53E317D8026}"/>
          </ac:picMkLst>
        </pc:picChg>
      </pc:sldChg>
      <pc:sldChg chg="add del">
        <pc:chgData name="김태영" userId="8443cd8f-b258-4c7c-bbdd-a870d3924868" providerId="ADAL" clId="{6EF2B050-A64A-4BE7-B111-B9976626CDAC}" dt="2023-03-09T17:41:49.890" v="11556"/>
        <pc:sldMkLst>
          <pc:docMk/>
          <pc:sldMk cId="3541083856" sldId="327"/>
        </pc:sldMkLst>
      </pc:sldChg>
      <pc:sldChg chg="del">
        <pc:chgData name="김태영" userId="8443cd8f-b258-4c7c-bbdd-a870d3924868" providerId="ADAL" clId="{6EF2B050-A64A-4BE7-B111-B9976626CDAC}" dt="2023-03-07T07:56:55.539" v="16" actId="47"/>
        <pc:sldMkLst>
          <pc:docMk/>
          <pc:sldMk cId="3695964302" sldId="327"/>
        </pc:sldMkLst>
      </pc:sldChg>
      <pc:sldChg chg="del">
        <pc:chgData name="김태영" userId="8443cd8f-b258-4c7c-bbdd-a870d3924868" providerId="ADAL" clId="{6EF2B050-A64A-4BE7-B111-B9976626CDAC}" dt="2023-03-07T07:56:56.535" v="17" actId="47"/>
        <pc:sldMkLst>
          <pc:docMk/>
          <pc:sldMk cId="1520791225" sldId="328"/>
        </pc:sldMkLst>
      </pc:sldChg>
      <pc:sldChg chg="del">
        <pc:chgData name="김태영" userId="8443cd8f-b258-4c7c-bbdd-a870d3924868" providerId="ADAL" clId="{6EF2B050-A64A-4BE7-B111-B9976626CDAC}" dt="2023-03-07T07:56:57.552" v="18" actId="47"/>
        <pc:sldMkLst>
          <pc:docMk/>
          <pc:sldMk cId="1615291752" sldId="329"/>
        </pc:sldMkLst>
      </pc:sldChg>
      <pc:sldChg chg="del">
        <pc:chgData name="김태영" userId="8443cd8f-b258-4c7c-bbdd-a870d3924868" providerId="ADAL" clId="{6EF2B050-A64A-4BE7-B111-B9976626CDAC}" dt="2023-03-07T07:56:58.622" v="19" actId="47"/>
        <pc:sldMkLst>
          <pc:docMk/>
          <pc:sldMk cId="3464966848" sldId="330"/>
        </pc:sldMkLst>
      </pc:sldChg>
      <pc:sldChg chg="del">
        <pc:chgData name="김태영" userId="8443cd8f-b258-4c7c-bbdd-a870d3924868" providerId="ADAL" clId="{6EF2B050-A64A-4BE7-B111-B9976626CDAC}" dt="2023-03-07T07:56:59.327" v="20" actId="47"/>
        <pc:sldMkLst>
          <pc:docMk/>
          <pc:sldMk cId="3680399783" sldId="332"/>
        </pc:sldMkLst>
      </pc:sldChg>
      <pc:sldChg chg="del">
        <pc:chgData name="김태영" userId="8443cd8f-b258-4c7c-bbdd-a870d3924868" providerId="ADAL" clId="{6EF2B050-A64A-4BE7-B111-B9976626CDAC}" dt="2023-03-07T07:56:59.874" v="21" actId="47"/>
        <pc:sldMkLst>
          <pc:docMk/>
          <pc:sldMk cId="3244947736" sldId="333"/>
        </pc:sldMkLst>
      </pc:sldChg>
      <pc:sldChg chg="del">
        <pc:chgData name="김태영" userId="8443cd8f-b258-4c7c-bbdd-a870d3924868" providerId="ADAL" clId="{6EF2B050-A64A-4BE7-B111-B9976626CDAC}" dt="2023-03-07T07:57:00.343" v="22" actId="47"/>
        <pc:sldMkLst>
          <pc:docMk/>
          <pc:sldMk cId="2500195618" sldId="334"/>
        </pc:sldMkLst>
      </pc:sldChg>
      <pc:sldChg chg="del">
        <pc:chgData name="김태영" userId="8443cd8f-b258-4c7c-bbdd-a870d3924868" providerId="ADAL" clId="{6EF2B050-A64A-4BE7-B111-B9976626CDAC}" dt="2023-03-07T07:57:03.596" v="23" actId="47"/>
        <pc:sldMkLst>
          <pc:docMk/>
          <pc:sldMk cId="3554643889" sldId="335"/>
        </pc:sldMkLst>
      </pc:sldChg>
    </pc:docChg>
  </pc:docChgLst>
  <pc:docChgLst>
    <pc:chgData name="김태영" userId="8443cd8f-b258-4c7c-bbdd-a870d3924868" providerId="ADAL" clId="{8AB79A95-F3C6-4C21-94A1-1B75C8293A9E}"/>
    <pc:docChg chg="undo redo custSel addSld delSld modSld sldOrd">
      <pc:chgData name="김태영" userId="8443cd8f-b258-4c7c-bbdd-a870d3924868" providerId="ADAL" clId="{8AB79A95-F3C6-4C21-94A1-1B75C8293A9E}" dt="2023-02-14T21:46:17.047" v="11188" actId="1076"/>
      <pc:docMkLst>
        <pc:docMk/>
      </pc:docMkLst>
      <pc:sldChg chg="addSp delSp modSp mod">
        <pc:chgData name="김태영" userId="8443cd8f-b258-4c7c-bbdd-a870d3924868" providerId="ADAL" clId="{8AB79A95-F3C6-4C21-94A1-1B75C8293A9E}" dt="2023-02-14T15:26:40.222" v="1085" actId="1076"/>
        <pc:sldMkLst>
          <pc:docMk/>
          <pc:sldMk cId="1718267691" sldId="270"/>
        </pc:sldMkLst>
        <pc:spChg chg="add mod">
          <ac:chgData name="김태영" userId="8443cd8f-b258-4c7c-bbdd-a870d3924868" providerId="ADAL" clId="{8AB79A95-F3C6-4C21-94A1-1B75C8293A9E}" dt="2023-02-14T15:26:01.066" v="1037" actId="404"/>
          <ac:spMkLst>
            <pc:docMk/>
            <pc:sldMk cId="1718267691" sldId="270"/>
            <ac:spMk id="2" creationId="{B3B2AE02-D7A8-42E5-43D5-3191AD936B8A}"/>
          </ac:spMkLst>
        </pc:spChg>
        <pc:spChg chg="del">
          <ac:chgData name="김태영" userId="8443cd8f-b258-4c7c-bbdd-a870d3924868" providerId="ADAL" clId="{8AB79A95-F3C6-4C21-94A1-1B75C8293A9E}" dt="2023-02-14T12:07:04.395" v="29" actId="478"/>
          <ac:spMkLst>
            <pc:docMk/>
            <pc:sldMk cId="1718267691" sldId="270"/>
            <ac:spMk id="3" creationId="{00000000-0000-0000-0000-000000000000}"/>
          </ac:spMkLst>
        </pc:spChg>
        <pc:spChg chg="add mod">
          <ac:chgData name="김태영" userId="8443cd8f-b258-4c7c-bbdd-a870d3924868" providerId="ADAL" clId="{8AB79A95-F3C6-4C21-94A1-1B75C8293A9E}" dt="2023-02-14T15:26:40.222" v="1085" actId="1076"/>
          <ac:spMkLst>
            <pc:docMk/>
            <pc:sldMk cId="1718267691" sldId="270"/>
            <ac:spMk id="4" creationId="{FC07B222-3617-473B-F59D-1EC58309C552}"/>
          </ac:spMkLst>
        </pc:spChg>
        <pc:picChg chg="del">
          <ac:chgData name="김태영" userId="8443cd8f-b258-4c7c-bbdd-a870d3924868" providerId="ADAL" clId="{8AB79A95-F3C6-4C21-94A1-1B75C8293A9E}" dt="2023-02-14T12:04:10.122" v="28" actId="478"/>
          <ac:picMkLst>
            <pc:docMk/>
            <pc:sldMk cId="1718267691" sldId="270"/>
            <ac:picMk id="5" creationId="{775156D7-15B4-4FAF-8B56-07FE7E4E7C56}"/>
          </ac:picMkLst>
        </pc:picChg>
      </pc:sldChg>
      <pc:sldChg chg="del">
        <pc:chgData name="김태영" userId="8443cd8f-b258-4c7c-bbdd-a870d3924868" providerId="ADAL" clId="{8AB79A95-F3C6-4C21-94A1-1B75C8293A9E}" dt="2023-02-14T12:04:02.071" v="18" actId="47"/>
        <pc:sldMkLst>
          <pc:docMk/>
          <pc:sldMk cId="2877545792" sldId="301"/>
        </pc:sldMkLst>
      </pc:sldChg>
      <pc:sldChg chg="del">
        <pc:chgData name="김태영" userId="8443cd8f-b258-4c7c-bbdd-a870d3924868" providerId="ADAL" clId="{8AB79A95-F3C6-4C21-94A1-1B75C8293A9E}" dt="2023-02-14T12:04:00.568" v="4" actId="47"/>
        <pc:sldMkLst>
          <pc:docMk/>
          <pc:sldMk cId="2390786159" sldId="303"/>
        </pc:sldMkLst>
      </pc:sldChg>
      <pc:sldChg chg="del">
        <pc:chgData name="김태영" userId="8443cd8f-b258-4c7c-bbdd-a870d3924868" providerId="ADAL" clId="{8AB79A95-F3C6-4C21-94A1-1B75C8293A9E}" dt="2023-02-14T12:04:00.479" v="1" actId="47"/>
        <pc:sldMkLst>
          <pc:docMk/>
          <pc:sldMk cId="1304104444" sldId="305"/>
        </pc:sldMkLst>
      </pc:sldChg>
      <pc:sldChg chg="del">
        <pc:chgData name="김태영" userId="8443cd8f-b258-4c7c-bbdd-a870d3924868" providerId="ADAL" clId="{8AB79A95-F3C6-4C21-94A1-1B75C8293A9E}" dt="2023-02-14T12:04:00.529" v="2" actId="47"/>
        <pc:sldMkLst>
          <pc:docMk/>
          <pc:sldMk cId="2570363377" sldId="306"/>
        </pc:sldMkLst>
      </pc:sldChg>
      <pc:sldChg chg="del">
        <pc:chgData name="김태영" userId="8443cd8f-b258-4c7c-bbdd-a870d3924868" providerId="ADAL" clId="{8AB79A95-F3C6-4C21-94A1-1B75C8293A9E}" dt="2023-02-14T12:04:00.548" v="3" actId="47"/>
        <pc:sldMkLst>
          <pc:docMk/>
          <pc:sldMk cId="1726684920" sldId="308"/>
        </pc:sldMkLst>
      </pc:sldChg>
      <pc:sldChg chg="addSp delSp modSp mod modNotesTx">
        <pc:chgData name="김태영" userId="8443cd8f-b258-4c7c-bbdd-a870d3924868" providerId="ADAL" clId="{8AB79A95-F3C6-4C21-94A1-1B75C8293A9E}" dt="2023-02-14T12:21:05.818" v="128" actId="22"/>
        <pc:sldMkLst>
          <pc:docMk/>
          <pc:sldMk cId="345877175" sldId="309"/>
        </pc:sldMkLst>
        <pc:spChg chg="add mod">
          <ac:chgData name="김태영" userId="8443cd8f-b258-4c7c-bbdd-a870d3924868" providerId="ADAL" clId="{8AB79A95-F3C6-4C21-94A1-1B75C8293A9E}" dt="2023-02-14T12:18:38.209" v="119" actId="20577"/>
          <ac:spMkLst>
            <pc:docMk/>
            <pc:sldMk cId="345877175" sldId="309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2:16:06.187" v="84" actId="1076"/>
          <ac:spMkLst>
            <pc:docMk/>
            <pc:sldMk cId="345877175" sldId="309"/>
            <ac:spMk id="4" creationId="{F9E0F579-8F32-ED24-78E6-88ECBFB938C2}"/>
          </ac:spMkLst>
        </pc:spChg>
        <pc:spChg chg="add mod">
          <ac:chgData name="김태영" userId="8443cd8f-b258-4c7c-bbdd-a870d3924868" providerId="ADAL" clId="{8AB79A95-F3C6-4C21-94A1-1B75C8293A9E}" dt="2023-02-14T12:20:57.672" v="126" actId="20577"/>
          <ac:spMkLst>
            <pc:docMk/>
            <pc:sldMk cId="345877175" sldId="309"/>
            <ac:spMk id="5" creationId="{BFCF86AE-7845-2B80-8716-64084DDDA742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7" creationId="{C0C66EEF-EBE7-4AEE-B03D-D31F18C2E3A0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8" creationId="{397C1793-AEC0-4634-A286-065488EC8BD5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9" creationId="{D9A9BD9A-B8E3-4648-A02A-06803309EC32}"/>
          </ac:spMkLst>
        </pc:spChg>
        <pc:spChg chg="add mod">
          <ac:chgData name="김태영" userId="8443cd8f-b258-4c7c-bbdd-a870d3924868" providerId="ADAL" clId="{8AB79A95-F3C6-4C21-94A1-1B75C8293A9E}" dt="2023-02-14T12:18:36.291" v="118" actId="1076"/>
          <ac:spMkLst>
            <pc:docMk/>
            <pc:sldMk cId="345877175" sldId="309"/>
            <ac:spMk id="10" creationId="{5DB5CB02-5C81-BD92-7CA8-A84588C08E68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2" creationId="{1EBE8CF2-6D19-412C-8394-F4051EF9AEC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3" creationId="{57ED738C-A08E-4513-B256-A16473D7B2E6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4" creationId="{C1E799EA-9668-44A4-8CD7-D91F07E59A24}"/>
          </ac:spMkLst>
        </pc:spChg>
        <pc:spChg chg="add del">
          <ac:chgData name="김태영" userId="8443cd8f-b258-4c7c-bbdd-a870d3924868" providerId="ADAL" clId="{8AB79A95-F3C6-4C21-94A1-1B75C8293A9E}" dt="2023-02-14T12:21:05.818" v="128" actId="22"/>
          <ac:spMkLst>
            <pc:docMk/>
            <pc:sldMk cId="345877175" sldId="309"/>
            <ac:spMk id="15" creationId="{997F99C8-78E3-3EC5-F1FA-A6104E449F9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6" creationId="{B5B5053F-516E-47CA-8C75-187B0FA5A2E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20" creationId="{8B0CE0FE-4038-409A-B439-818A96D7CE28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21" creationId="{FDB620F1-2E3B-4919-92F3-6F277096D89D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41" creationId="{4FD2D8B8-D718-4F6F-A048-D81FF4BE3DA0}"/>
          </ac:spMkLst>
        </pc:spChg>
        <pc:cxnChg chg="del">
          <ac:chgData name="김태영" userId="8443cd8f-b258-4c7c-bbdd-a870d3924868" providerId="ADAL" clId="{8AB79A95-F3C6-4C21-94A1-1B75C8293A9E}" dt="2023-02-14T12:14:47.328" v="42" actId="478"/>
          <ac:cxnSpMkLst>
            <pc:docMk/>
            <pc:sldMk cId="345877175" sldId="309"/>
            <ac:cxnSpMk id="6" creationId="{DF56F183-9B09-48BA-BF2F-14C52941FBDC}"/>
          </ac:cxnSpMkLst>
        </pc:cxnChg>
        <pc:cxnChg chg="del mod">
          <ac:chgData name="김태영" userId="8443cd8f-b258-4c7c-bbdd-a870d3924868" providerId="ADAL" clId="{8AB79A95-F3C6-4C21-94A1-1B75C8293A9E}" dt="2023-02-14T12:11:41.400" v="41" actId="478"/>
          <ac:cxnSpMkLst>
            <pc:docMk/>
            <pc:sldMk cId="345877175" sldId="309"/>
            <ac:cxnSpMk id="17" creationId="{ECBAB86D-3B78-4693-B3FA-E50D45597410}"/>
          </ac:cxnSpMkLst>
        </pc:cxnChg>
      </pc:sldChg>
      <pc:sldChg chg="del">
        <pc:chgData name="김태영" userId="8443cd8f-b258-4c7c-bbdd-a870d3924868" providerId="ADAL" clId="{8AB79A95-F3C6-4C21-94A1-1B75C8293A9E}" dt="2023-02-14T12:04:02.651" v="21" actId="47"/>
        <pc:sldMkLst>
          <pc:docMk/>
          <pc:sldMk cId="2492704920" sldId="310"/>
        </pc:sldMkLst>
      </pc:sldChg>
      <pc:sldChg chg="addSp modSp add mod">
        <pc:chgData name="김태영" userId="8443cd8f-b258-4c7c-bbdd-a870d3924868" providerId="ADAL" clId="{8AB79A95-F3C6-4C21-94A1-1B75C8293A9E}" dt="2023-02-14T21:35:37.165" v="10345" actId="14100"/>
        <pc:sldMkLst>
          <pc:docMk/>
          <pc:sldMk cId="3963783093" sldId="310"/>
        </pc:sldMkLst>
        <pc:spChg chg="add mod">
          <ac:chgData name="김태영" userId="8443cd8f-b258-4c7c-bbdd-a870d3924868" providerId="ADAL" clId="{8AB79A95-F3C6-4C21-94A1-1B75C8293A9E}" dt="2023-02-14T21:35:04.722" v="10332" actId="1036"/>
          <ac:spMkLst>
            <pc:docMk/>
            <pc:sldMk cId="3963783093" sldId="310"/>
            <ac:spMk id="4" creationId="{C8AAA65B-EDA4-5B18-3691-80A4CBE53513}"/>
          </ac:spMkLst>
        </pc:spChg>
        <pc:spChg chg="add mod">
          <ac:chgData name="김태영" userId="8443cd8f-b258-4c7c-bbdd-a870d3924868" providerId="ADAL" clId="{8AB79A95-F3C6-4C21-94A1-1B75C8293A9E}" dt="2023-02-14T21:35:25.864" v="10341" actId="14100"/>
          <ac:spMkLst>
            <pc:docMk/>
            <pc:sldMk cId="3963783093" sldId="310"/>
            <ac:spMk id="5" creationId="{86B90E58-E396-B859-5C55-D3EE07B40FCE}"/>
          </ac:spMkLst>
        </pc:spChg>
        <pc:spChg chg="add mod">
          <ac:chgData name="김태영" userId="8443cd8f-b258-4c7c-bbdd-a870d3924868" providerId="ADAL" clId="{8AB79A95-F3C6-4C21-94A1-1B75C8293A9E}" dt="2023-02-14T21:35:37.165" v="10345" actId="14100"/>
          <ac:spMkLst>
            <pc:docMk/>
            <pc:sldMk cId="3963783093" sldId="310"/>
            <ac:spMk id="7" creationId="{870761F9-A498-D3A2-11EB-9E87EAA3B368}"/>
          </ac:spMkLst>
        </pc:spChg>
        <pc:picChg chg="add mod">
          <ac:chgData name="김태영" userId="8443cd8f-b258-4c7c-bbdd-a870d3924868" providerId="ADAL" clId="{8AB79A95-F3C6-4C21-94A1-1B75C8293A9E}" dt="2023-02-14T12:08:08.575" v="40" actId="1076"/>
          <ac:picMkLst>
            <pc:docMk/>
            <pc:sldMk cId="3963783093" sldId="310"/>
            <ac:picMk id="3" creationId="{5A71AB15-F22E-E80B-4D9C-D237E12FDD56}"/>
          </ac:picMkLst>
        </pc:picChg>
      </pc:sldChg>
      <pc:sldChg chg="addSp delSp modSp add mod modNotesTx">
        <pc:chgData name="김태영" userId="8443cd8f-b258-4c7c-bbdd-a870d3924868" providerId="ADAL" clId="{8AB79A95-F3C6-4C21-94A1-1B75C8293A9E}" dt="2023-02-14T12:54:30.083" v="196" actId="115"/>
        <pc:sldMkLst>
          <pc:docMk/>
          <pc:sldMk cId="2337028474" sldId="311"/>
        </pc:sldMkLst>
        <pc:spChg chg="mod">
          <ac:chgData name="김태영" userId="8443cd8f-b258-4c7c-bbdd-a870d3924868" providerId="ADAL" clId="{8AB79A95-F3C6-4C21-94A1-1B75C8293A9E}" dt="2023-02-14T12:32:12.743" v="165" actId="20577"/>
          <ac:spMkLst>
            <pc:docMk/>
            <pc:sldMk cId="2337028474" sldId="311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2:54:30.083" v="196" actId="115"/>
          <ac:spMkLst>
            <pc:docMk/>
            <pc:sldMk cId="2337028474" sldId="311"/>
            <ac:spMk id="5" creationId="{BFCF86AE-7845-2B80-8716-64084DDDA742}"/>
          </ac:spMkLst>
        </pc:spChg>
        <pc:spChg chg="del">
          <ac:chgData name="김태영" userId="8443cd8f-b258-4c7c-bbdd-a870d3924868" providerId="ADAL" clId="{8AB79A95-F3C6-4C21-94A1-1B75C8293A9E}" dt="2023-02-14T12:45:33.250" v="173" actId="478"/>
          <ac:spMkLst>
            <pc:docMk/>
            <pc:sldMk cId="2337028474" sldId="311"/>
            <ac:spMk id="10" creationId="{5DB5CB02-5C81-BD92-7CA8-A84588C08E68}"/>
          </ac:spMkLst>
        </pc:spChg>
        <pc:picChg chg="add mod">
          <ac:chgData name="김태영" userId="8443cd8f-b258-4c7c-bbdd-a870d3924868" providerId="ADAL" clId="{8AB79A95-F3C6-4C21-94A1-1B75C8293A9E}" dt="2023-02-14T12:45:51.729" v="177" actId="1076"/>
          <ac:picMkLst>
            <pc:docMk/>
            <pc:sldMk cId="2337028474" sldId="311"/>
            <ac:picMk id="1026" creationId="{2A945D2B-A235-31F4-6597-26CC90FD96C3}"/>
          </ac:picMkLst>
        </pc:picChg>
        <pc:picChg chg="add mod">
          <ac:chgData name="김태영" userId="8443cd8f-b258-4c7c-bbdd-a870d3924868" providerId="ADAL" clId="{8AB79A95-F3C6-4C21-94A1-1B75C8293A9E}" dt="2023-02-14T12:45:51.729" v="177" actId="1076"/>
          <ac:picMkLst>
            <pc:docMk/>
            <pc:sldMk cId="2337028474" sldId="311"/>
            <ac:picMk id="1028" creationId="{477E8663-0D43-6C05-8C6E-62E1E61C276A}"/>
          </ac:picMkLst>
        </pc:picChg>
        <pc:picChg chg="add mod">
          <ac:chgData name="김태영" userId="8443cd8f-b258-4c7c-bbdd-a870d3924868" providerId="ADAL" clId="{8AB79A95-F3C6-4C21-94A1-1B75C8293A9E}" dt="2023-02-14T12:45:53.589" v="178" actId="1076"/>
          <ac:picMkLst>
            <pc:docMk/>
            <pc:sldMk cId="2337028474" sldId="311"/>
            <ac:picMk id="1030" creationId="{0827B4C8-8C38-7D39-8AB4-3F902AEF1A56}"/>
          </ac:picMkLst>
        </pc:picChg>
        <pc:picChg chg="add mod">
          <ac:chgData name="김태영" userId="8443cd8f-b258-4c7c-bbdd-a870d3924868" providerId="ADAL" clId="{8AB79A95-F3C6-4C21-94A1-1B75C8293A9E}" dt="2023-02-14T12:53:01.776" v="181" actId="1076"/>
          <ac:picMkLst>
            <pc:docMk/>
            <pc:sldMk cId="2337028474" sldId="311"/>
            <ac:picMk id="1032" creationId="{AE37BF53-FBB8-AB5D-D57D-4F241BDB7F91}"/>
          </ac:picMkLst>
        </pc:picChg>
      </pc:sldChg>
      <pc:sldChg chg="del">
        <pc:chgData name="김태영" userId="8443cd8f-b258-4c7c-bbdd-a870d3924868" providerId="ADAL" clId="{8AB79A95-F3C6-4C21-94A1-1B75C8293A9E}" dt="2023-02-14T12:04:02.590" v="19" actId="47"/>
        <pc:sldMkLst>
          <pc:docMk/>
          <pc:sldMk cId="3757419869" sldId="311"/>
        </pc:sldMkLst>
      </pc:sldChg>
      <pc:sldChg chg="add del">
        <pc:chgData name="김태영" userId="8443cd8f-b258-4c7c-bbdd-a870d3924868" providerId="ADAL" clId="{8AB79A95-F3C6-4C21-94A1-1B75C8293A9E}" dt="2023-02-14T12:32:10.533" v="164" actId="47"/>
        <pc:sldMkLst>
          <pc:docMk/>
          <pc:sldMk cId="465552340" sldId="312"/>
        </pc:sldMkLst>
      </pc:sldChg>
      <pc:sldChg chg="addSp delSp modSp add del mod modNotesTx">
        <pc:chgData name="김태영" userId="8443cd8f-b258-4c7c-bbdd-a870d3924868" providerId="ADAL" clId="{8AB79A95-F3C6-4C21-94A1-1B75C8293A9E}" dt="2023-02-14T13:28:56.677" v="416" actId="47"/>
        <pc:sldMkLst>
          <pc:docMk/>
          <pc:sldMk cId="843584678" sldId="312"/>
        </pc:sldMkLst>
        <pc:spChg chg="mod">
          <ac:chgData name="김태영" userId="8443cd8f-b258-4c7c-bbdd-a870d3924868" providerId="ADAL" clId="{8AB79A95-F3C6-4C21-94A1-1B75C8293A9E}" dt="2023-02-14T12:56:13.855" v="209" actId="20577"/>
          <ac:spMkLst>
            <pc:docMk/>
            <pc:sldMk cId="843584678" sldId="312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5" creationId="{BFCF86AE-7845-2B80-8716-64084DDDA742}"/>
          </ac:spMkLst>
        </pc:spChg>
        <pc:spChg chg="add 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7" creationId="{87BC358A-F652-92CF-50A4-56393E7EC142}"/>
          </ac:spMkLst>
        </pc:spChg>
        <pc:spChg chg="add 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9" creationId="{C9D87777-3CA6-9581-2168-25B0B5995A98}"/>
          </ac:spMkLst>
        </pc:sp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26" creationId="{2A945D2B-A235-31F4-6597-26CC90FD96C3}"/>
          </ac:picMkLst>
        </pc:pic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28" creationId="{477E8663-0D43-6C05-8C6E-62E1E61C276A}"/>
          </ac:picMkLst>
        </pc:pic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30" creationId="{0827B4C8-8C38-7D39-8AB4-3F902AEF1A56}"/>
          </ac:picMkLst>
        </pc:picChg>
        <pc:picChg chg="del">
          <ac:chgData name="김태영" userId="8443cd8f-b258-4c7c-bbdd-a870d3924868" providerId="ADAL" clId="{8AB79A95-F3C6-4C21-94A1-1B75C8293A9E}" dt="2023-02-14T12:56:10.258" v="200" actId="478"/>
          <ac:picMkLst>
            <pc:docMk/>
            <pc:sldMk cId="843584678" sldId="312"/>
            <ac:picMk id="1032" creationId="{AE37BF53-FBB8-AB5D-D57D-4F241BDB7F91}"/>
          </ac:picMkLst>
        </pc:picChg>
      </pc:sldChg>
      <pc:sldChg chg="del">
        <pc:chgData name="김태영" userId="8443cd8f-b258-4c7c-bbdd-a870d3924868" providerId="ADAL" clId="{8AB79A95-F3C6-4C21-94A1-1B75C8293A9E}" dt="2023-02-14T12:04:00.596" v="5" actId="47"/>
        <pc:sldMkLst>
          <pc:docMk/>
          <pc:sldMk cId="2523817392" sldId="312"/>
        </pc:sldMkLst>
      </pc:sldChg>
      <pc:sldChg chg="del">
        <pc:chgData name="김태영" userId="8443cd8f-b258-4c7c-bbdd-a870d3924868" providerId="ADAL" clId="{8AB79A95-F3C6-4C21-94A1-1B75C8293A9E}" dt="2023-02-14T12:04:02.700" v="23" actId="47"/>
        <pc:sldMkLst>
          <pc:docMk/>
          <pc:sldMk cId="2344725705" sldId="313"/>
        </pc:sldMkLst>
      </pc:sldChg>
      <pc:sldChg chg="addSp delSp modSp add mod modNotesTx">
        <pc:chgData name="김태영" userId="8443cd8f-b258-4c7c-bbdd-a870d3924868" providerId="ADAL" clId="{8AB79A95-F3C6-4C21-94A1-1B75C8293A9E}" dt="2023-02-14T14:59:28.692" v="552" actId="1076"/>
        <pc:sldMkLst>
          <pc:docMk/>
          <pc:sldMk cId="2505140003" sldId="313"/>
        </pc:sldMkLst>
        <pc:spChg chg="mod">
          <ac:chgData name="김태영" userId="8443cd8f-b258-4c7c-bbdd-a870d3924868" providerId="ADAL" clId="{8AB79A95-F3C6-4C21-94A1-1B75C8293A9E}" dt="2023-02-14T13:07:48.292" v="350" actId="14100"/>
          <ac:spMkLst>
            <pc:docMk/>
            <pc:sldMk cId="2505140003" sldId="313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4:59:28.692" v="552" actId="1076"/>
          <ac:spMkLst>
            <pc:docMk/>
            <pc:sldMk cId="2505140003" sldId="313"/>
            <ac:spMk id="5" creationId="{BFCF86AE-7845-2B80-8716-64084DDDA742}"/>
          </ac:spMkLst>
        </pc:spChg>
        <pc:spChg chg="del mod">
          <ac:chgData name="김태영" userId="8443cd8f-b258-4c7c-bbdd-a870d3924868" providerId="ADAL" clId="{8AB79A95-F3C6-4C21-94A1-1B75C8293A9E}" dt="2023-02-14T13:27:58.116" v="353" actId="478"/>
          <ac:spMkLst>
            <pc:docMk/>
            <pc:sldMk cId="2505140003" sldId="313"/>
            <ac:spMk id="7" creationId="{87BC358A-F652-92CF-50A4-56393E7EC142}"/>
          </ac:spMkLst>
        </pc:spChg>
        <pc:spChg chg="del mod">
          <ac:chgData name="김태영" userId="8443cd8f-b258-4c7c-bbdd-a870d3924868" providerId="ADAL" clId="{8AB79A95-F3C6-4C21-94A1-1B75C8293A9E}" dt="2023-02-14T13:27:55.548" v="352" actId="478"/>
          <ac:spMkLst>
            <pc:docMk/>
            <pc:sldMk cId="2505140003" sldId="313"/>
            <ac:spMk id="9" creationId="{C9D87777-3CA6-9581-2168-25B0B5995A98}"/>
          </ac:spMkLst>
        </pc:spChg>
        <pc:spChg chg="add mod">
          <ac:chgData name="김태영" userId="8443cd8f-b258-4c7c-bbdd-a870d3924868" providerId="ADAL" clId="{8AB79A95-F3C6-4C21-94A1-1B75C8293A9E}" dt="2023-02-14T14:47:13.483" v="534" actId="255"/>
          <ac:spMkLst>
            <pc:docMk/>
            <pc:sldMk cId="2505140003" sldId="313"/>
            <ac:spMk id="10" creationId="{1868ADF0-8E9F-DBCA-9421-3751800DD1E7}"/>
          </ac:spMkLst>
        </pc:spChg>
        <pc:picChg chg="add mod">
          <ac:chgData name="김태영" userId="8443cd8f-b258-4c7c-bbdd-a870d3924868" providerId="ADAL" clId="{8AB79A95-F3C6-4C21-94A1-1B75C8293A9E}" dt="2023-02-14T14:47:44.777" v="547" actId="1076"/>
          <ac:picMkLst>
            <pc:docMk/>
            <pc:sldMk cId="2505140003" sldId="313"/>
            <ac:picMk id="8" creationId="{EDF2B708-A1E3-C13B-35B6-0266B986EEE4}"/>
          </ac:picMkLst>
        </pc:picChg>
        <pc:picChg chg="add del mod">
          <ac:chgData name="김태영" userId="8443cd8f-b258-4c7c-bbdd-a870d3924868" providerId="ADAL" clId="{8AB79A95-F3C6-4C21-94A1-1B75C8293A9E}" dt="2023-02-14T13:07:25.411" v="304" actId="478"/>
          <ac:picMkLst>
            <pc:docMk/>
            <pc:sldMk cId="2505140003" sldId="313"/>
            <ac:picMk id="3074" creationId="{6C8B7C9D-D883-C44C-40CF-18050896D31A}"/>
          </ac:picMkLst>
        </pc:picChg>
        <pc:picChg chg="add del mod">
          <ac:chgData name="김태영" userId="8443cd8f-b258-4c7c-bbdd-a870d3924868" providerId="ADAL" clId="{8AB79A95-F3C6-4C21-94A1-1B75C8293A9E}" dt="2023-02-14T13:07:27.032" v="305" actId="478"/>
          <ac:picMkLst>
            <pc:docMk/>
            <pc:sldMk cId="2505140003" sldId="313"/>
            <ac:picMk id="3076" creationId="{097C331E-1467-F770-C295-88D04C182956}"/>
          </ac:picMkLst>
        </pc:picChg>
      </pc:sldChg>
      <pc:sldChg chg="modSp add mod ord">
        <pc:chgData name="김태영" userId="8443cd8f-b258-4c7c-bbdd-a870d3924868" providerId="ADAL" clId="{8AB79A95-F3C6-4C21-94A1-1B75C8293A9E}" dt="2023-02-14T13:07:19.713" v="303"/>
        <pc:sldMkLst>
          <pc:docMk/>
          <pc:sldMk cId="3109780887" sldId="314"/>
        </pc:sldMkLst>
        <pc:spChg chg="mod">
          <ac:chgData name="김태영" userId="8443cd8f-b258-4c7c-bbdd-a870d3924868" providerId="ADAL" clId="{8AB79A95-F3C6-4C21-94A1-1B75C8293A9E}" dt="2023-02-14T13:07:05.468" v="299" actId="20577"/>
          <ac:spMkLst>
            <pc:docMk/>
            <pc:sldMk cId="3109780887" sldId="314"/>
            <ac:spMk id="7" creationId="{87BC358A-F652-92CF-50A4-56393E7EC142}"/>
          </ac:spMkLst>
        </pc:spChg>
        <pc:spChg chg="mod">
          <ac:chgData name="김태영" userId="8443cd8f-b258-4c7c-bbdd-a870d3924868" providerId="ADAL" clId="{8AB79A95-F3C6-4C21-94A1-1B75C8293A9E}" dt="2023-02-14T13:07:02.462" v="298" actId="20577"/>
          <ac:spMkLst>
            <pc:docMk/>
            <pc:sldMk cId="3109780887" sldId="314"/>
            <ac:spMk id="9" creationId="{C9D87777-3CA6-9581-2168-25B0B5995A98}"/>
          </ac:spMkLst>
        </pc:spChg>
      </pc:sldChg>
      <pc:sldChg chg="del">
        <pc:chgData name="김태영" userId="8443cd8f-b258-4c7c-bbdd-a870d3924868" providerId="ADAL" clId="{8AB79A95-F3C6-4C21-94A1-1B75C8293A9E}" dt="2023-02-14T12:04:02.775" v="24" actId="47"/>
        <pc:sldMkLst>
          <pc:docMk/>
          <pc:sldMk cId="4231799446" sldId="314"/>
        </pc:sldMkLst>
      </pc:sldChg>
      <pc:sldChg chg="del">
        <pc:chgData name="김태영" userId="8443cd8f-b258-4c7c-bbdd-a870d3924868" providerId="ADAL" clId="{8AB79A95-F3C6-4C21-94A1-1B75C8293A9E}" dt="2023-02-14T12:04:02.615" v="20" actId="47"/>
        <pc:sldMkLst>
          <pc:docMk/>
          <pc:sldMk cId="1568191783" sldId="315"/>
        </pc:sldMkLst>
      </pc:sldChg>
      <pc:sldChg chg="addSp delSp modSp add mod modNotesTx">
        <pc:chgData name="김태영" userId="8443cd8f-b258-4c7c-bbdd-a870d3924868" providerId="ADAL" clId="{8AB79A95-F3C6-4C21-94A1-1B75C8293A9E}" dt="2023-02-14T15:20:06.025" v="946" actId="20577"/>
        <pc:sldMkLst>
          <pc:docMk/>
          <pc:sldMk cId="3345910091" sldId="315"/>
        </pc:sldMkLst>
        <pc:spChg chg="del">
          <ac:chgData name="김태영" userId="8443cd8f-b258-4c7c-bbdd-a870d3924868" providerId="ADAL" clId="{8AB79A95-F3C6-4C21-94A1-1B75C8293A9E}" dt="2023-02-14T15:00:22.979" v="598" actId="478"/>
          <ac:spMkLst>
            <pc:docMk/>
            <pc:sldMk cId="3345910091" sldId="315"/>
            <ac:spMk id="5" creationId="{BFCF86AE-7845-2B80-8716-64084DDDA742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06.025" v="946" actId="20577"/>
          <ac:spMkLst>
            <pc:docMk/>
            <pc:sldMk cId="3345910091" sldId="315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12" creationId="{7FC39E3A-0104-4EC0-BC18-7F6166B14D02}"/>
          </ac:spMkLst>
        </pc:spChg>
        <pc:picChg chg="del">
          <ac:chgData name="김태영" userId="8443cd8f-b258-4c7c-bbdd-a870d3924868" providerId="ADAL" clId="{8AB79A95-F3C6-4C21-94A1-1B75C8293A9E}" dt="2023-02-14T15:00:22.979" v="598" actId="478"/>
          <ac:picMkLst>
            <pc:docMk/>
            <pc:sldMk cId="3345910091" sldId="315"/>
            <ac:picMk id="8" creationId="{EDF2B708-A1E3-C13B-35B6-0266B986EEE4}"/>
          </ac:picMkLst>
        </pc:picChg>
      </pc:sldChg>
      <pc:sldChg chg="add del">
        <pc:chgData name="김태영" userId="8443cd8f-b258-4c7c-bbdd-a870d3924868" providerId="ADAL" clId="{8AB79A95-F3C6-4C21-94A1-1B75C8293A9E}" dt="2023-02-14T13:07:17.972" v="301"/>
        <pc:sldMkLst>
          <pc:docMk/>
          <pc:sldMk cId="4167632610" sldId="315"/>
        </pc:sldMkLst>
      </pc:sldChg>
      <pc:sldChg chg="del">
        <pc:chgData name="김태영" userId="8443cd8f-b258-4c7c-bbdd-a870d3924868" providerId="ADAL" clId="{8AB79A95-F3C6-4C21-94A1-1B75C8293A9E}" dt="2023-02-14T12:04:00.862" v="13" actId="47"/>
        <pc:sldMkLst>
          <pc:docMk/>
          <pc:sldMk cId="1156014458" sldId="316"/>
        </pc:sldMkLst>
      </pc:sldChg>
      <pc:sldChg chg="addSp delSp modSp add mod modNotesTx">
        <pc:chgData name="김태영" userId="8443cd8f-b258-4c7c-bbdd-a870d3924868" providerId="ADAL" clId="{8AB79A95-F3C6-4C21-94A1-1B75C8293A9E}" dt="2023-02-14T15:20:10.675" v="950" actId="20577"/>
        <pc:sldMkLst>
          <pc:docMk/>
          <pc:sldMk cId="4059638287" sldId="316"/>
        </pc:sldMkLst>
        <pc:spChg chg="mod">
          <ac:chgData name="김태영" userId="8443cd8f-b258-4c7c-bbdd-a870d3924868" providerId="ADAL" clId="{8AB79A95-F3C6-4C21-94A1-1B75C8293A9E}" dt="2023-02-14T15:18:58.346" v="886" actId="2711"/>
          <ac:spMkLst>
            <pc:docMk/>
            <pc:sldMk cId="4059638287" sldId="316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5:18:58.346" v="886" actId="2711"/>
          <ac:spMkLst>
            <pc:docMk/>
            <pc:sldMk cId="4059638287" sldId="316"/>
            <ac:spMk id="7" creationId="{1F4CE4CE-B2B9-90AB-38C1-F5A70D1C02E8}"/>
          </ac:spMkLst>
        </pc:spChg>
        <pc:spChg chg="add del mod">
          <ac:chgData name="김태영" userId="8443cd8f-b258-4c7c-bbdd-a870d3924868" providerId="ADAL" clId="{8AB79A95-F3C6-4C21-94A1-1B75C8293A9E}" dt="2023-02-14T15:19:27.615" v="940" actId="20577"/>
          <ac:spMkLst>
            <pc:docMk/>
            <pc:sldMk cId="4059638287" sldId="316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10.675" v="950" actId="20577"/>
          <ac:spMkLst>
            <pc:docMk/>
            <pc:sldMk cId="4059638287" sldId="316"/>
            <ac:spMk id="10" creationId="{1868ADF0-8E9F-DBCA-9421-3751800DD1E7}"/>
          </ac:spMkLst>
        </pc:spChg>
        <pc:spChg chg="add del">
          <ac:chgData name="김태영" userId="8443cd8f-b258-4c7c-bbdd-a870d3924868" providerId="ADAL" clId="{8AB79A95-F3C6-4C21-94A1-1B75C8293A9E}" dt="2023-02-14T15:12:25.351" v="715" actId="478"/>
          <ac:spMkLst>
            <pc:docMk/>
            <pc:sldMk cId="4059638287" sldId="316"/>
            <ac:spMk id="12" creationId="{7FC39E3A-0104-4EC0-BC18-7F6166B14D02}"/>
          </ac:spMkLst>
        </pc:spChg>
      </pc:sldChg>
      <pc:sldChg chg="addSp modSp add mod modNotesTx">
        <pc:chgData name="김태영" userId="8443cd8f-b258-4c7c-bbdd-a870d3924868" providerId="ADAL" clId="{8AB79A95-F3C6-4C21-94A1-1B75C8293A9E}" dt="2023-02-14T15:49:09.751" v="1167" actId="2711"/>
        <pc:sldMkLst>
          <pc:docMk/>
          <pc:sldMk cId="1484749547" sldId="317"/>
        </pc:sldMkLst>
        <pc:spChg chg="add 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8" creationId="{CBAAB6C8-6B4B-147B-4210-CCC3630CA682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16.900" v="962" actId="20577"/>
          <ac:spMkLst>
            <pc:docMk/>
            <pc:sldMk cId="1484749547" sldId="317"/>
            <ac:spMk id="10" creationId="{1868ADF0-8E9F-DBCA-9421-3751800DD1E7}"/>
          </ac:spMkLst>
        </pc:spChg>
      </pc:sldChg>
      <pc:sldChg chg="del">
        <pc:chgData name="김태영" userId="8443cd8f-b258-4c7c-bbdd-a870d3924868" providerId="ADAL" clId="{8AB79A95-F3C6-4C21-94A1-1B75C8293A9E}" dt="2023-02-14T12:04:02.666" v="22" actId="47"/>
        <pc:sldMkLst>
          <pc:docMk/>
          <pc:sldMk cId="2508291833" sldId="318"/>
        </pc:sldMkLst>
      </pc:sldChg>
      <pc:sldChg chg="delSp modSp add del mod">
        <pc:chgData name="김태영" userId="8443cd8f-b258-4c7c-bbdd-a870d3924868" providerId="ADAL" clId="{8AB79A95-F3C6-4C21-94A1-1B75C8293A9E}" dt="2023-02-14T15:49:32.679" v="1173" actId="47"/>
        <pc:sldMkLst>
          <pc:docMk/>
          <pc:sldMk cId="4205897749" sldId="318"/>
        </pc:sldMkLst>
        <pc:spChg chg="mod">
          <ac:chgData name="김태영" userId="8443cd8f-b258-4c7c-bbdd-a870d3924868" providerId="ADAL" clId="{8AB79A95-F3C6-4C21-94A1-1B75C8293A9E}" dt="2023-02-14T15:49:22.547" v="1169" actId="1076"/>
          <ac:spMkLst>
            <pc:docMk/>
            <pc:sldMk cId="4205897749" sldId="318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49:23.339" v="1170" actId="1076"/>
          <ac:spMkLst>
            <pc:docMk/>
            <pc:sldMk cId="4205897749" sldId="318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5:48:55.363" v="1165" actId="478"/>
          <ac:spMkLst>
            <pc:docMk/>
            <pc:sldMk cId="4205897749" sldId="318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5:48:48.841" v="1164" actId="1076"/>
          <ac:spMkLst>
            <pc:docMk/>
            <pc:sldMk cId="4205897749" sldId="318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48:44.481" v="1163" actId="20577"/>
          <ac:spMkLst>
            <pc:docMk/>
            <pc:sldMk cId="4205897749" sldId="318"/>
            <ac:spMk id="10" creationId="{1868ADF0-8E9F-DBCA-9421-3751800DD1E7}"/>
          </ac:spMkLst>
        </pc:spChg>
      </pc:sldChg>
      <pc:sldChg chg="addSp delSp modSp add mod modNotesTx">
        <pc:chgData name="김태영" userId="8443cd8f-b258-4c7c-bbdd-a870d3924868" providerId="ADAL" clId="{8AB79A95-F3C6-4C21-94A1-1B75C8293A9E}" dt="2023-02-14T15:55:21.612" v="1379" actId="20577"/>
        <pc:sldMkLst>
          <pc:docMk/>
          <pc:sldMk cId="2303702551" sldId="319"/>
        </pc:sldMkLst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51:14.320" v="1321" actId="12"/>
          <ac:spMkLst>
            <pc:docMk/>
            <pc:sldMk cId="2303702551" sldId="319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5:52:02.951" v="1344" actId="1076"/>
          <ac:spMkLst>
            <pc:docMk/>
            <pc:sldMk cId="2303702551" sldId="319"/>
            <ac:spMk id="7" creationId="{1F4CE4CE-B2B9-90AB-38C1-F5A70D1C02E8}"/>
          </ac:spMkLst>
        </pc:spChg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8" creationId="{CBAAB6C8-6B4B-147B-4210-CCC3630CA682}"/>
          </ac:spMkLst>
        </pc:spChg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55:21.612" v="1379" actId="20577"/>
          <ac:spMkLst>
            <pc:docMk/>
            <pc:sldMk cId="2303702551" sldId="319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5:54:12.756" v="1377" actId="1076"/>
          <ac:spMkLst>
            <pc:docMk/>
            <pc:sldMk cId="2303702551" sldId="319"/>
            <ac:spMk id="11" creationId="{213303EF-347F-A6D0-8DC6-882341A5E154}"/>
          </ac:spMkLst>
        </pc:spChg>
      </pc:sldChg>
      <pc:sldChg chg="modSp add mod modNotesTx">
        <pc:chgData name="김태영" userId="8443cd8f-b258-4c7c-bbdd-a870d3924868" providerId="ADAL" clId="{8AB79A95-F3C6-4C21-94A1-1B75C8293A9E}" dt="2023-02-14T16:07:34.766" v="1642" actId="2711"/>
        <pc:sldMkLst>
          <pc:docMk/>
          <pc:sldMk cId="4195596341" sldId="320"/>
        </pc:sldMkLst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5:56:20.493" v="1382" actId="20577"/>
          <ac:spMkLst>
            <pc:docMk/>
            <pc:sldMk cId="4195596341" sldId="320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11" creationId="{213303EF-347F-A6D0-8DC6-882341A5E154}"/>
          </ac:spMkLst>
        </pc:spChg>
      </pc:sldChg>
      <pc:sldChg chg="addSp delSp modSp add mod modNotesTx">
        <pc:chgData name="김태영" userId="8443cd8f-b258-4c7c-bbdd-a870d3924868" providerId="ADAL" clId="{8AB79A95-F3C6-4C21-94A1-1B75C8293A9E}" dt="2023-02-14T16:30:23.427" v="2509" actId="1076"/>
        <pc:sldMkLst>
          <pc:docMk/>
          <pc:sldMk cId="848339235" sldId="321"/>
        </pc:sldMkLst>
        <pc:spChg chg="mod">
          <ac:chgData name="김태영" userId="8443cd8f-b258-4c7c-bbdd-a870d3924868" providerId="ADAL" clId="{8AB79A95-F3C6-4C21-94A1-1B75C8293A9E}" dt="2023-02-14T16:05:28.460" v="1636" actId="20577"/>
          <ac:spMkLst>
            <pc:docMk/>
            <pc:sldMk cId="848339235" sldId="321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5" creationId="{FFF3AA25-8484-1EC7-9E2E-A4DE1A65F1F2}"/>
          </ac:spMkLst>
        </pc:spChg>
        <pc:spChg chg="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6:07:26.253" v="1641" actId="478"/>
          <ac:spMkLst>
            <pc:docMk/>
            <pc:sldMk cId="848339235" sldId="321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8" creationId="{A8C3B800-24B2-42C1-8AD6-0B1F0B41215E}"/>
          </ac:spMkLst>
        </pc:spChg>
        <pc:spChg chg="add mod">
          <ac:chgData name="김태영" userId="8443cd8f-b258-4c7c-bbdd-a870d3924868" providerId="ADAL" clId="{8AB79A95-F3C6-4C21-94A1-1B75C8293A9E}" dt="2023-02-14T16:12:03.206" v="1784" actId="20577"/>
          <ac:spMkLst>
            <pc:docMk/>
            <pc:sldMk cId="848339235" sldId="321"/>
            <ac:spMk id="9" creationId="{23D001D4-939D-52FA-28CC-90A9C4477743}"/>
          </ac:spMkLst>
        </pc:spChg>
        <pc:spChg chg="del">
          <ac:chgData name="김태영" userId="8443cd8f-b258-4c7c-bbdd-a870d3924868" providerId="ADAL" clId="{8AB79A95-F3C6-4C21-94A1-1B75C8293A9E}" dt="2023-02-14T16:07:24.187" v="1640" actId="478"/>
          <ac:spMkLst>
            <pc:docMk/>
            <pc:sldMk cId="848339235" sldId="321"/>
            <ac:spMk id="10" creationId="{1868ADF0-8E9F-DBCA-9421-3751800DD1E7}"/>
          </ac:spMkLst>
        </pc:spChg>
        <pc:spChg chg="del mod">
          <ac:chgData name="김태영" userId="8443cd8f-b258-4c7c-bbdd-a870d3924868" providerId="ADAL" clId="{8AB79A95-F3C6-4C21-94A1-1B75C8293A9E}" dt="2023-02-14T16:05:34.618" v="1638" actId="478"/>
          <ac:spMkLst>
            <pc:docMk/>
            <pc:sldMk cId="848339235" sldId="321"/>
            <ac:spMk id="11" creationId="{213303EF-347F-A6D0-8DC6-882341A5E154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2" creationId="{170F686C-8F15-27A7-CD95-F66ED53FE8A6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3" creationId="{57883098-33C8-CB79-8C87-65B53B8F0ACE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4" creationId="{53B5B5A4-FD44-9C26-DE99-D80ADE06AE74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5" creationId="{7D491FE8-75C7-8E8E-8072-64D8E5279C13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6" creationId="{B1E8B501-9FDA-5008-94A4-6CE5FEC37F1B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7" creationId="{7D2441EA-C7FE-BCC6-201D-57FB50F0A615}"/>
          </ac:spMkLst>
        </pc:spChg>
        <pc:spChg chg="add del mod">
          <ac:chgData name="김태영" userId="8443cd8f-b258-4c7c-bbdd-a870d3924868" providerId="ADAL" clId="{8AB79A95-F3C6-4C21-94A1-1B75C8293A9E}" dt="2023-02-14T16:21:31.180" v="2216" actId="478"/>
          <ac:spMkLst>
            <pc:docMk/>
            <pc:sldMk cId="848339235" sldId="321"/>
            <ac:spMk id="18" creationId="{B871960F-71B7-FCC3-3F47-0F487D196B6E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9" creationId="{65CC60EC-8D5A-34B9-4A08-EFCBFFD9B63B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20" creationId="{5AF97A68-1A23-85B4-4DE0-0D3FE8595FE0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21" creationId="{251546C1-1D96-0488-4BB2-55AB5BFF2F3E}"/>
          </ac:spMkLst>
        </pc:spChg>
        <pc:spChg chg="add mod">
          <ac:chgData name="김태영" userId="8443cd8f-b258-4c7c-bbdd-a870d3924868" providerId="ADAL" clId="{8AB79A95-F3C6-4C21-94A1-1B75C8293A9E}" dt="2023-02-14T16:30:08.450" v="2505" actId="14100"/>
          <ac:spMkLst>
            <pc:docMk/>
            <pc:sldMk cId="848339235" sldId="321"/>
            <ac:spMk id="22" creationId="{70D082A0-9B5A-E77C-20CC-888F1B54C9DF}"/>
          </ac:spMkLst>
        </pc:spChg>
        <pc:spChg chg="add mod">
          <ac:chgData name="김태영" userId="8443cd8f-b258-4c7c-bbdd-a870d3924868" providerId="ADAL" clId="{8AB79A95-F3C6-4C21-94A1-1B75C8293A9E}" dt="2023-02-14T16:30:23.427" v="2509" actId="1076"/>
          <ac:spMkLst>
            <pc:docMk/>
            <pc:sldMk cId="848339235" sldId="321"/>
            <ac:spMk id="23" creationId="{D35B7F4B-E021-F6CF-0070-A527AE300FE2}"/>
          </ac:spMkLst>
        </pc:spChg>
      </pc:sldChg>
      <pc:sldChg chg="del">
        <pc:chgData name="김태영" userId="8443cd8f-b258-4c7c-bbdd-a870d3924868" providerId="ADAL" clId="{8AB79A95-F3C6-4C21-94A1-1B75C8293A9E}" dt="2023-02-14T12:04:02.808" v="25" actId="47"/>
        <pc:sldMkLst>
          <pc:docMk/>
          <pc:sldMk cId="2285916183" sldId="321"/>
        </pc:sldMkLst>
      </pc:sldChg>
      <pc:sldChg chg="addSp delSp modSp add mod modNotesTx">
        <pc:chgData name="김태영" userId="8443cd8f-b258-4c7c-bbdd-a870d3924868" providerId="ADAL" clId="{8AB79A95-F3C6-4C21-94A1-1B75C8293A9E}" dt="2023-02-14T16:44:52.969" v="3291" actId="1076"/>
        <pc:sldMkLst>
          <pc:docMk/>
          <pc:sldMk cId="2463927286" sldId="322"/>
        </pc:sldMkLst>
        <pc:spChg chg="mod">
          <ac:chgData name="김태영" userId="8443cd8f-b258-4c7c-bbdd-a870d3924868" providerId="ADAL" clId="{8AB79A95-F3C6-4C21-94A1-1B75C8293A9E}" dt="2023-02-14T16:31:03.458" v="2553" actId="20577"/>
          <ac:spMkLst>
            <pc:docMk/>
            <pc:sldMk cId="2463927286" sldId="322"/>
            <ac:spMk id="3" creationId="{7AF2682B-9D3A-04E2-A34C-9196EC9F7072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5" creationId="{FFF3AA25-8484-1EC7-9E2E-A4DE1A65F1F2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6:39:53.063" v="3076" actId="20577"/>
          <ac:spMkLst>
            <pc:docMk/>
            <pc:sldMk cId="2463927286" sldId="322"/>
            <ac:spMk id="7" creationId="{7418CF98-30FB-7B17-E124-3E5609F6EE87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8" creationId="{A8C3B800-24B2-42C1-8AD6-0B1F0B41215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9" creationId="{23D001D4-939D-52FA-28CC-90A9C4477743}"/>
          </ac:spMkLst>
        </pc:spChg>
        <pc:spChg chg="add del mod">
          <ac:chgData name="김태영" userId="8443cd8f-b258-4c7c-bbdd-a870d3924868" providerId="ADAL" clId="{8AB79A95-F3C6-4C21-94A1-1B75C8293A9E}" dt="2023-02-14T16:34:25.335" v="2755"/>
          <ac:spMkLst>
            <pc:docMk/>
            <pc:sldMk cId="2463927286" sldId="322"/>
            <ac:spMk id="10" creationId="{1C501601-945C-C2A7-928F-1E901BECD629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2" creationId="{170F686C-8F15-27A7-CD95-F66ED53FE8A6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3" creationId="{57883098-33C8-CB79-8C87-65B53B8F0AC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4" creationId="{53B5B5A4-FD44-9C26-DE99-D80ADE06AE74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5" creationId="{7D491FE8-75C7-8E8E-8072-64D8E5279C13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6" creationId="{B1E8B501-9FDA-5008-94A4-6CE5FEC37F1B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7" creationId="{7D2441EA-C7FE-BCC6-201D-57FB50F0A615}"/>
          </ac:spMkLst>
        </pc:spChg>
        <pc:spChg chg="add mod">
          <ac:chgData name="김태영" userId="8443cd8f-b258-4c7c-bbdd-a870d3924868" providerId="ADAL" clId="{8AB79A95-F3C6-4C21-94A1-1B75C8293A9E}" dt="2023-02-14T16:44:52.969" v="3291" actId="1076"/>
          <ac:spMkLst>
            <pc:docMk/>
            <pc:sldMk cId="2463927286" sldId="322"/>
            <ac:spMk id="18" creationId="{90D4E7C4-F470-28E3-07BE-93974A7B1C3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9" creationId="{65CC60EC-8D5A-34B9-4A08-EFCBFFD9B63B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0" creationId="{5AF97A68-1A23-85B4-4DE0-0D3FE8595FE0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1" creationId="{251546C1-1D96-0488-4BB2-55AB5BFF2F3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2" creationId="{70D082A0-9B5A-E77C-20CC-888F1B54C9DF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3" creationId="{D35B7F4B-E021-F6CF-0070-A527AE300FE2}"/>
          </ac:spMkLst>
        </pc:spChg>
      </pc:sldChg>
      <pc:sldChg chg="del">
        <pc:chgData name="김태영" userId="8443cd8f-b258-4c7c-bbdd-a870d3924868" providerId="ADAL" clId="{8AB79A95-F3C6-4C21-94A1-1B75C8293A9E}" dt="2023-02-14T12:04:03.441" v="26" actId="47"/>
        <pc:sldMkLst>
          <pc:docMk/>
          <pc:sldMk cId="4100127133" sldId="322"/>
        </pc:sldMkLst>
      </pc:sldChg>
      <pc:sldChg chg="addSp delSp modSp add mod ord modNotesTx">
        <pc:chgData name="김태영" userId="8443cd8f-b258-4c7c-bbdd-a870d3924868" providerId="ADAL" clId="{8AB79A95-F3C6-4C21-94A1-1B75C8293A9E}" dt="2023-02-14T16:58:38.232" v="3518" actId="2711"/>
        <pc:sldMkLst>
          <pc:docMk/>
          <pc:sldMk cId="375184813" sldId="323"/>
        </pc:sldMkLst>
        <pc:spChg chg="mod">
          <ac:chgData name="김태영" userId="8443cd8f-b258-4c7c-bbdd-a870d3924868" providerId="ADAL" clId="{8AB79A95-F3C6-4C21-94A1-1B75C8293A9E}" dt="2023-02-14T16:45:30.852" v="3295"/>
          <ac:spMkLst>
            <pc:docMk/>
            <pc:sldMk cId="375184813" sldId="323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6:58:38.232" v="3518" actId="2711"/>
          <ac:spMkLst>
            <pc:docMk/>
            <pc:sldMk cId="375184813" sldId="323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6:58:38.232" v="3518" actId="2711"/>
          <ac:spMkLst>
            <pc:docMk/>
            <pc:sldMk cId="375184813" sldId="323"/>
            <ac:spMk id="7" creationId="{1F4CE4CE-B2B9-90AB-38C1-F5A70D1C02E8}"/>
          </ac:spMkLst>
        </pc:spChg>
        <pc:spChg chg="add del">
          <ac:chgData name="김태영" userId="8443cd8f-b258-4c7c-bbdd-a870d3924868" providerId="ADAL" clId="{8AB79A95-F3C6-4C21-94A1-1B75C8293A9E}" dt="2023-02-14T16:57:39.220" v="3507" actId="22"/>
          <ac:spMkLst>
            <pc:docMk/>
            <pc:sldMk cId="375184813" sldId="323"/>
            <ac:spMk id="8" creationId="{ACDAA90C-70DC-35D3-CEBF-5D7F07A1770E}"/>
          </ac:spMkLst>
        </pc:spChg>
        <pc:spChg chg="mod">
          <ac:chgData name="김태영" userId="8443cd8f-b258-4c7c-bbdd-a870d3924868" providerId="ADAL" clId="{8AB79A95-F3C6-4C21-94A1-1B75C8293A9E}" dt="2023-02-14T16:57:25.556" v="3501" actId="20577"/>
          <ac:spMkLst>
            <pc:docMk/>
            <pc:sldMk cId="375184813" sldId="323"/>
            <ac:spMk id="10" creationId="{1868ADF0-8E9F-DBCA-9421-3751800DD1E7}"/>
          </ac:spMkLst>
        </pc:spChg>
        <pc:spChg chg="del mod">
          <ac:chgData name="김태영" userId="8443cd8f-b258-4c7c-bbdd-a870d3924868" providerId="ADAL" clId="{8AB79A95-F3C6-4C21-94A1-1B75C8293A9E}" dt="2023-02-14T16:53:41.722" v="3476" actId="478"/>
          <ac:spMkLst>
            <pc:docMk/>
            <pc:sldMk cId="375184813" sldId="323"/>
            <ac:spMk id="11" creationId="{213303EF-347F-A6D0-8DC6-882341A5E154}"/>
          </ac:spMkLst>
        </pc:spChg>
      </pc:sldChg>
      <pc:sldChg chg="modSp add mod ord modNotesTx">
        <pc:chgData name="김태영" userId="8443cd8f-b258-4c7c-bbdd-a870d3924868" providerId="ADAL" clId="{8AB79A95-F3C6-4C21-94A1-1B75C8293A9E}" dt="2023-02-14T18:36:30.015" v="5641" actId="20577"/>
        <pc:sldMkLst>
          <pc:docMk/>
          <pc:sldMk cId="46141193" sldId="324"/>
        </pc:sldMkLst>
        <pc:spChg chg="mod">
          <ac:chgData name="김태영" userId="8443cd8f-b258-4c7c-bbdd-a870d3924868" providerId="ADAL" clId="{8AB79A95-F3C6-4C21-94A1-1B75C8293A9E}" dt="2023-02-14T17:48:32.928" v="3748" actId="1076"/>
          <ac:spMkLst>
            <pc:docMk/>
            <pc:sldMk cId="46141193" sldId="324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7:48:29.795" v="3747" actId="2711"/>
          <ac:spMkLst>
            <pc:docMk/>
            <pc:sldMk cId="46141193" sldId="324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8:36:30.015" v="5641" actId="20577"/>
          <ac:spMkLst>
            <pc:docMk/>
            <pc:sldMk cId="46141193" sldId="324"/>
            <ac:spMk id="10" creationId="{1868ADF0-8E9F-DBCA-9421-3751800DD1E7}"/>
          </ac:spMkLst>
        </pc:spChg>
      </pc:sldChg>
      <pc:sldChg chg="addSp modSp add mod ord modNotesTx">
        <pc:chgData name="김태영" userId="8443cd8f-b258-4c7c-bbdd-a870d3924868" providerId="ADAL" clId="{8AB79A95-F3C6-4C21-94A1-1B75C8293A9E}" dt="2023-02-14T18:36:33.130" v="5643" actId="20577"/>
        <pc:sldMkLst>
          <pc:docMk/>
          <pc:sldMk cId="1191572402" sldId="325"/>
        </pc:sldMkLst>
        <pc:spChg chg="mod">
          <ac:chgData name="김태영" userId="8443cd8f-b258-4c7c-bbdd-a870d3924868" providerId="ADAL" clId="{8AB79A95-F3C6-4C21-94A1-1B75C8293A9E}" dt="2023-02-14T17:58:39.140" v="4349" actId="1076"/>
          <ac:spMkLst>
            <pc:docMk/>
            <pc:sldMk cId="1191572402" sldId="325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7:57:13.538" v="4141" actId="21"/>
          <ac:spMkLst>
            <pc:docMk/>
            <pc:sldMk cId="1191572402" sldId="325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7:57:09.495" v="4139" actId="1076"/>
          <ac:spMkLst>
            <pc:docMk/>
            <pc:sldMk cId="1191572402" sldId="325"/>
            <ac:spMk id="9" creationId="{11DFCBC3-0A1E-F4CC-C61E-E5D4BBD0C38D}"/>
          </ac:spMkLst>
        </pc:spChg>
        <pc:spChg chg="mod">
          <ac:chgData name="김태영" userId="8443cd8f-b258-4c7c-bbdd-a870d3924868" providerId="ADAL" clId="{8AB79A95-F3C6-4C21-94A1-1B75C8293A9E}" dt="2023-02-14T18:36:33.130" v="5643" actId="20577"/>
          <ac:spMkLst>
            <pc:docMk/>
            <pc:sldMk cId="1191572402" sldId="325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7:58:43.725" v="4350" actId="1076"/>
          <ac:spMkLst>
            <pc:docMk/>
            <pc:sldMk cId="1191572402" sldId="325"/>
            <ac:spMk id="12" creationId="{878762E7-D78E-0F87-4BC7-F04F3B0BC29D}"/>
          </ac:spMkLst>
        </pc:spChg>
        <pc:picChg chg="add mod">
          <ac:chgData name="김태영" userId="8443cd8f-b258-4c7c-bbdd-a870d3924868" providerId="ADAL" clId="{8AB79A95-F3C6-4C21-94A1-1B75C8293A9E}" dt="2023-02-14T17:52:00.555" v="3761" actId="1076"/>
          <ac:picMkLst>
            <pc:docMk/>
            <pc:sldMk cId="1191572402" sldId="325"/>
            <ac:picMk id="8" creationId="{032050F3-DDCD-D6E6-D3E4-548E47F3C3A0}"/>
          </ac:picMkLst>
        </pc:picChg>
      </pc:sldChg>
      <pc:sldChg chg="delSp modSp add mod modNotesTx">
        <pc:chgData name="김태영" userId="8443cd8f-b258-4c7c-bbdd-a870d3924868" providerId="ADAL" clId="{8AB79A95-F3C6-4C21-94A1-1B75C8293A9E}" dt="2023-02-14T18:37:34.465" v="5699" actId="2711"/>
        <pc:sldMkLst>
          <pc:docMk/>
          <pc:sldMk cId="1072636788" sldId="326"/>
        </pc:sldMkLst>
        <pc:spChg chg="del mod">
          <ac:chgData name="김태영" userId="8443cd8f-b258-4c7c-bbdd-a870d3924868" providerId="ADAL" clId="{8AB79A95-F3C6-4C21-94A1-1B75C8293A9E}" dt="2023-02-14T18:17:12.128" v="4851" actId="478"/>
          <ac:spMkLst>
            <pc:docMk/>
            <pc:sldMk cId="1072636788" sldId="326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8:02:01.363" v="4356" actId="478"/>
          <ac:spMkLst>
            <pc:docMk/>
            <pc:sldMk cId="1072636788" sldId="326"/>
            <ac:spMk id="7" creationId="{1F4CE4CE-B2B9-90AB-38C1-F5A70D1C02E8}"/>
          </ac:spMkLst>
        </pc:spChg>
        <pc:spChg chg="del mod">
          <ac:chgData name="김태영" userId="8443cd8f-b258-4c7c-bbdd-a870d3924868" providerId="ADAL" clId="{8AB79A95-F3C6-4C21-94A1-1B75C8293A9E}" dt="2023-02-14T18:03:04.269" v="4358" actId="478"/>
          <ac:spMkLst>
            <pc:docMk/>
            <pc:sldMk cId="1072636788" sldId="326"/>
            <ac:spMk id="9" creationId="{11DFCBC3-0A1E-F4CC-C61E-E5D4BBD0C38D}"/>
          </ac:spMkLst>
        </pc:spChg>
        <pc:spChg chg="mod">
          <ac:chgData name="김태영" userId="8443cd8f-b258-4c7c-bbdd-a870d3924868" providerId="ADAL" clId="{8AB79A95-F3C6-4C21-94A1-1B75C8293A9E}" dt="2023-02-14T18:36:36.488" v="5645" actId="20577"/>
          <ac:spMkLst>
            <pc:docMk/>
            <pc:sldMk cId="1072636788" sldId="326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8:37:34.465" v="5699" actId="2711"/>
          <ac:spMkLst>
            <pc:docMk/>
            <pc:sldMk cId="1072636788" sldId="326"/>
            <ac:spMk id="12" creationId="{878762E7-D78E-0F87-4BC7-F04F3B0BC29D}"/>
          </ac:spMkLst>
        </pc:spChg>
        <pc:picChg chg="del mod">
          <ac:chgData name="김태영" userId="8443cd8f-b258-4c7c-bbdd-a870d3924868" providerId="ADAL" clId="{8AB79A95-F3C6-4C21-94A1-1B75C8293A9E}" dt="2023-02-14T18:01:56.972" v="4355" actId="478"/>
          <ac:picMkLst>
            <pc:docMk/>
            <pc:sldMk cId="1072636788" sldId="326"/>
            <ac:picMk id="8" creationId="{032050F3-DDCD-D6E6-D3E4-548E47F3C3A0}"/>
          </ac:picMkLst>
        </pc:picChg>
      </pc:sldChg>
      <pc:sldChg chg="modSp add mod modNotesTx">
        <pc:chgData name="김태영" userId="8443cd8f-b258-4c7c-bbdd-a870d3924868" providerId="ADAL" clId="{8AB79A95-F3C6-4C21-94A1-1B75C8293A9E}" dt="2023-02-14T18:36:40.627" v="5647" actId="20577"/>
        <pc:sldMkLst>
          <pc:docMk/>
          <pc:sldMk cId="3695964302" sldId="327"/>
        </pc:sldMkLst>
        <pc:spChg chg="mod">
          <ac:chgData name="김태영" userId="8443cd8f-b258-4c7c-bbdd-a870d3924868" providerId="ADAL" clId="{8AB79A95-F3C6-4C21-94A1-1B75C8293A9E}" dt="2023-02-14T18:36:40.627" v="5647" actId="20577"/>
          <ac:spMkLst>
            <pc:docMk/>
            <pc:sldMk cId="3695964302" sldId="327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8:29:45.520" v="5621" actId="20577"/>
          <ac:spMkLst>
            <pc:docMk/>
            <pc:sldMk cId="3695964302" sldId="327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3:59.974" v="0" actId="47"/>
        <pc:sldMkLst>
          <pc:docMk/>
          <pc:sldMk cId="4097094211" sldId="327"/>
        </pc:sldMkLst>
      </pc:sldChg>
      <pc:sldChg chg="del">
        <pc:chgData name="김태영" userId="8443cd8f-b258-4c7c-bbdd-a870d3924868" providerId="ADAL" clId="{8AB79A95-F3C6-4C21-94A1-1B75C8293A9E}" dt="2023-02-14T12:04:00.841" v="12" actId="47"/>
        <pc:sldMkLst>
          <pc:docMk/>
          <pc:sldMk cId="1202824093" sldId="328"/>
        </pc:sldMkLst>
      </pc:sldChg>
      <pc:sldChg chg="addSp delSp modSp add mod modNotesTx">
        <pc:chgData name="김태영" userId="8443cd8f-b258-4c7c-bbdd-a870d3924868" providerId="ADAL" clId="{8AB79A95-F3C6-4C21-94A1-1B75C8293A9E}" dt="2023-02-14T19:01:34.899" v="6779" actId="14100"/>
        <pc:sldMkLst>
          <pc:docMk/>
          <pc:sldMk cId="1520791225" sldId="328"/>
        </pc:sldMkLst>
        <pc:spChg chg="mod">
          <ac:chgData name="김태영" userId="8443cd8f-b258-4c7c-bbdd-a870d3924868" providerId="ADAL" clId="{8AB79A95-F3C6-4C21-94A1-1B75C8293A9E}" dt="2023-02-14T18:41:01.766" v="5871" actId="20577"/>
          <ac:spMkLst>
            <pc:docMk/>
            <pc:sldMk cId="1520791225" sldId="328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8:49:59.423" v="6034" actId="1076"/>
          <ac:spMkLst>
            <pc:docMk/>
            <pc:sldMk cId="1520791225" sldId="328"/>
            <ac:spMk id="5" creationId="{E4825E08-E257-6E31-65F1-7246B786A196}"/>
          </ac:spMkLst>
        </pc:spChg>
        <pc:spChg chg="add mod">
          <ac:chgData name="김태영" userId="8443cd8f-b258-4c7c-bbdd-a870d3924868" providerId="ADAL" clId="{8AB79A95-F3C6-4C21-94A1-1B75C8293A9E}" dt="2023-02-14T18:50:02.329" v="6038" actId="571"/>
          <ac:spMkLst>
            <pc:docMk/>
            <pc:sldMk cId="1520791225" sldId="328"/>
            <ac:spMk id="6" creationId="{64CB15CD-DEC0-43CE-803E-552227791C54}"/>
          </ac:spMkLst>
        </pc:spChg>
        <pc:spChg chg="add del mod">
          <ac:chgData name="김태영" userId="8443cd8f-b258-4c7c-bbdd-a870d3924868" providerId="ADAL" clId="{8AB79A95-F3C6-4C21-94A1-1B75C8293A9E}" dt="2023-02-14T18:50:01.971" v="6037"/>
          <ac:spMkLst>
            <pc:docMk/>
            <pc:sldMk cId="1520791225" sldId="328"/>
            <ac:spMk id="7" creationId="{39F886A1-F518-BE2D-AC55-8FD9877EF7B2}"/>
          </ac:spMkLst>
        </pc:spChg>
        <pc:spChg chg="add mod">
          <ac:chgData name="김태영" userId="8443cd8f-b258-4c7c-bbdd-a870d3924868" providerId="ADAL" clId="{8AB79A95-F3C6-4C21-94A1-1B75C8293A9E}" dt="2023-02-14T19:01:34.899" v="6779" actId="14100"/>
          <ac:spMkLst>
            <pc:docMk/>
            <pc:sldMk cId="1520791225" sldId="328"/>
            <ac:spMk id="8" creationId="{52864DC3-54C3-C114-0D29-BBDAB6460BBF}"/>
          </ac:spMkLst>
        </pc:spChg>
        <pc:spChg chg="del">
          <ac:chgData name="김태영" userId="8443cd8f-b258-4c7c-bbdd-a870d3924868" providerId="ADAL" clId="{8AB79A95-F3C6-4C21-94A1-1B75C8293A9E}" dt="2023-02-14T18:37:17.469" v="5698" actId="478"/>
          <ac:spMkLst>
            <pc:docMk/>
            <pc:sldMk cId="1520791225" sldId="328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9:01:09.714" v="6743" actId="20577"/>
          <ac:spMkLst>
            <pc:docMk/>
            <pc:sldMk cId="1520791225" sldId="328"/>
            <ac:spMk id="12" creationId="{878762E7-D78E-0F87-4BC7-F04F3B0BC29D}"/>
          </ac:spMkLst>
        </pc:spChg>
      </pc:sldChg>
      <pc:sldChg chg="modSp add del mod modNotesTx">
        <pc:chgData name="김태영" userId="8443cd8f-b258-4c7c-bbdd-a870d3924868" providerId="ADAL" clId="{8AB79A95-F3C6-4C21-94A1-1B75C8293A9E}" dt="2023-02-14T18:35:07.555" v="5635" actId="47"/>
        <pc:sldMkLst>
          <pc:docMk/>
          <pc:sldMk cId="2346463997" sldId="328"/>
        </pc:sldMkLst>
        <pc:spChg chg="mod">
          <ac:chgData name="김태영" userId="8443cd8f-b258-4c7c-bbdd-a870d3924868" providerId="ADAL" clId="{8AB79A95-F3C6-4C21-94A1-1B75C8293A9E}" dt="2023-02-14T18:32:36.329" v="5633" actId="20577"/>
          <ac:spMkLst>
            <pc:docMk/>
            <pc:sldMk cId="2346463997" sldId="328"/>
            <ac:spMk id="10" creationId="{1868ADF0-8E9F-DBCA-9421-3751800DD1E7}"/>
          </ac:spMkLst>
        </pc:spChg>
      </pc:sldChg>
      <pc:sldChg chg="modSp add mod modNotesTx">
        <pc:chgData name="김태영" userId="8443cd8f-b258-4c7c-bbdd-a870d3924868" providerId="ADAL" clId="{8AB79A95-F3C6-4C21-94A1-1B75C8293A9E}" dt="2023-02-14T19:18:17.167" v="7350"/>
        <pc:sldMkLst>
          <pc:docMk/>
          <pc:sldMk cId="1615291752" sldId="329"/>
        </pc:sldMkLst>
        <pc:spChg chg="mod">
          <ac:chgData name="김태영" userId="8443cd8f-b258-4c7c-bbdd-a870d3924868" providerId="ADAL" clId="{8AB79A95-F3C6-4C21-94A1-1B75C8293A9E}" dt="2023-02-14T18:56:23.343" v="6574" actId="20577"/>
          <ac:spMkLst>
            <pc:docMk/>
            <pc:sldMk cId="1615291752" sldId="329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9:17:44.160" v="7347" actId="1076"/>
          <ac:spMkLst>
            <pc:docMk/>
            <pc:sldMk cId="1615291752" sldId="329"/>
            <ac:spMk id="5" creationId="{E4825E08-E257-6E31-65F1-7246B786A196}"/>
          </ac:spMkLst>
        </pc:spChg>
        <pc:spChg chg="mod">
          <ac:chgData name="김태영" userId="8443cd8f-b258-4c7c-bbdd-a870d3924868" providerId="ADAL" clId="{8AB79A95-F3C6-4C21-94A1-1B75C8293A9E}" dt="2023-02-14T19:12:59.468" v="7155" actId="113"/>
          <ac:spMkLst>
            <pc:docMk/>
            <pc:sldMk cId="1615291752" sldId="329"/>
            <ac:spMk id="8" creationId="{52864DC3-54C3-C114-0D29-BBDAB6460BBF}"/>
          </ac:spMkLst>
        </pc:spChg>
        <pc:spChg chg="mod">
          <ac:chgData name="김태영" userId="8443cd8f-b258-4c7c-bbdd-a870d3924868" providerId="ADAL" clId="{8AB79A95-F3C6-4C21-94A1-1B75C8293A9E}" dt="2023-02-14T19:10:55.364" v="6976" actId="20577"/>
          <ac:spMkLst>
            <pc:docMk/>
            <pc:sldMk cId="1615291752" sldId="329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905" v="14" actId="47"/>
        <pc:sldMkLst>
          <pc:docMk/>
          <pc:sldMk cId="1760318954" sldId="329"/>
        </pc:sldMkLst>
      </pc:sldChg>
      <pc:sldChg chg="addSp delSp modSp add mod modNotesTx">
        <pc:chgData name="김태영" userId="8443cd8f-b258-4c7c-bbdd-a870d3924868" providerId="ADAL" clId="{8AB79A95-F3C6-4C21-94A1-1B75C8293A9E}" dt="2023-02-14T19:56:26.794" v="8494"/>
        <pc:sldMkLst>
          <pc:docMk/>
          <pc:sldMk cId="3464966848" sldId="330"/>
        </pc:sldMkLst>
        <pc:spChg chg="mod">
          <ac:chgData name="김태영" userId="8443cd8f-b258-4c7c-bbdd-a870d3924868" providerId="ADAL" clId="{8AB79A95-F3C6-4C21-94A1-1B75C8293A9E}" dt="2023-02-14T19:18:26.536" v="7365" actId="20577"/>
          <ac:spMkLst>
            <pc:docMk/>
            <pc:sldMk cId="3464966848" sldId="330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9:36:32.802" v="7810" actId="1076"/>
          <ac:spMkLst>
            <pc:docMk/>
            <pc:sldMk cId="3464966848" sldId="330"/>
            <ac:spMk id="5" creationId="{E4825E08-E257-6E31-65F1-7246B786A196}"/>
          </ac:spMkLst>
        </pc:spChg>
        <pc:spChg chg="add mod">
          <ac:chgData name="김태영" userId="8443cd8f-b258-4c7c-bbdd-a870d3924868" providerId="ADAL" clId="{8AB79A95-F3C6-4C21-94A1-1B75C8293A9E}" dt="2023-02-14T19:55:49.003" v="8491" actId="1036"/>
          <ac:spMkLst>
            <pc:docMk/>
            <pc:sldMk cId="3464966848" sldId="330"/>
            <ac:spMk id="6" creationId="{0BC0A58C-B23F-CA48-110C-BDCEFCF7EB06}"/>
          </ac:spMkLst>
        </pc:spChg>
        <pc:spChg chg="add mod">
          <ac:chgData name="김태영" userId="8443cd8f-b258-4c7c-bbdd-a870d3924868" providerId="ADAL" clId="{8AB79A95-F3C6-4C21-94A1-1B75C8293A9E}" dt="2023-02-14T19:55:43.194" v="8477" actId="1036"/>
          <ac:spMkLst>
            <pc:docMk/>
            <pc:sldMk cId="3464966848" sldId="330"/>
            <ac:spMk id="7" creationId="{B33637EC-07C0-76A9-3A4D-12A753609ECE}"/>
          </ac:spMkLst>
        </pc:spChg>
        <pc:spChg chg="del">
          <ac:chgData name="김태영" userId="8443cd8f-b258-4c7c-bbdd-a870d3924868" providerId="ADAL" clId="{8AB79A95-F3C6-4C21-94A1-1B75C8293A9E}" dt="2023-02-14T19:24:21.362" v="7499" actId="478"/>
          <ac:spMkLst>
            <pc:docMk/>
            <pc:sldMk cId="3464966848" sldId="330"/>
            <ac:spMk id="8" creationId="{52864DC3-54C3-C114-0D29-BBDAB6460BBF}"/>
          </ac:spMkLst>
        </pc:spChg>
        <pc:spChg chg="add del mod">
          <ac:chgData name="김태영" userId="8443cd8f-b258-4c7c-bbdd-a870d3924868" providerId="ADAL" clId="{8AB79A95-F3C6-4C21-94A1-1B75C8293A9E}" dt="2023-02-14T19:55:36.684" v="8466" actId="478"/>
          <ac:spMkLst>
            <pc:docMk/>
            <pc:sldMk cId="3464966848" sldId="330"/>
            <ac:spMk id="9" creationId="{BF519BC5-086A-0BA4-7960-8B24CF0A1774}"/>
          </ac:spMkLst>
        </pc:spChg>
        <pc:spChg chg="mod">
          <ac:chgData name="김태영" userId="8443cd8f-b258-4c7c-bbdd-a870d3924868" providerId="ADAL" clId="{8AB79A95-F3C6-4C21-94A1-1B75C8293A9E}" dt="2023-02-14T19:39:11.458" v="7811" actId="1076"/>
          <ac:spMkLst>
            <pc:docMk/>
            <pc:sldMk cId="3464966848" sldId="330"/>
            <ac:spMk id="12" creationId="{878762E7-D78E-0F87-4BC7-F04F3B0BC29D}"/>
          </ac:spMkLst>
        </pc:spChg>
        <pc:picChg chg="add mod">
          <ac:chgData name="김태영" userId="8443cd8f-b258-4c7c-bbdd-a870d3924868" providerId="ADAL" clId="{8AB79A95-F3C6-4C21-94A1-1B75C8293A9E}" dt="2023-02-14T19:24:30.467" v="7503" actId="1076"/>
          <ac:picMkLst>
            <pc:docMk/>
            <pc:sldMk cId="3464966848" sldId="330"/>
            <ac:picMk id="5122" creationId="{2099C408-C3C4-9D13-04B9-9B1E7030D5F9}"/>
          </ac:picMkLst>
        </pc:picChg>
      </pc:sldChg>
      <pc:sldChg chg="add">
        <pc:chgData name="김태영" userId="8443cd8f-b258-4c7c-bbdd-a870d3924868" providerId="ADAL" clId="{8AB79A95-F3C6-4C21-94A1-1B75C8293A9E}" dt="2023-02-14T20:03:04.871" v="8495"/>
        <pc:sldMkLst>
          <pc:docMk/>
          <pc:sldMk cId="2698949495" sldId="331"/>
        </pc:sldMkLst>
      </pc:sldChg>
      <pc:sldChg chg="del">
        <pc:chgData name="김태영" userId="8443cd8f-b258-4c7c-bbdd-a870d3924868" providerId="ADAL" clId="{8AB79A95-F3C6-4C21-94A1-1B75C8293A9E}" dt="2023-02-14T12:04:00.772" v="9" actId="47"/>
        <pc:sldMkLst>
          <pc:docMk/>
          <pc:sldMk cId="3828819505" sldId="331"/>
        </pc:sldMkLst>
      </pc:sldChg>
      <pc:sldChg chg="del">
        <pc:chgData name="김태영" userId="8443cd8f-b258-4c7c-bbdd-a870d3924868" providerId="ADAL" clId="{8AB79A95-F3C6-4C21-94A1-1B75C8293A9E}" dt="2023-02-14T12:04:00.800" v="10" actId="47"/>
        <pc:sldMkLst>
          <pc:docMk/>
          <pc:sldMk cId="889244310" sldId="332"/>
        </pc:sldMkLst>
      </pc:sldChg>
      <pc:sldChg chg="addSp delSp modSp add mod modNotesTx">
        <pc:chgData name="김태영" userId="8443cd8f-b258-4c7c-bbdd-a870d3924868" providerId="ADAL" clId="{8AB79A95-F3C6-4C21-94A1-1B75C8293A9E}" dt="2023-02-14T21:33:39.800" v="10328" actId="20577"/>
        <pc:sldMkLst>
          <pc:docMk/>
          <pc:sldMk cId="3680399783" sldId="332"/>
        </pc:sldMkLst>
        <pc:spChg chg="mod">
          <ac:chgData name="김태영" userId="8443cd8f-b258-4c7c-bbdd-a870d3924868" providerId="ADAL" clId="{8AB79A95-F3C6-4C21-94A1-1B75C8293A9E}" dt="2023-02-14T21:33:39.800" v="10328" actId="20577"/>
          <ac:spMkLst>
            <pc:docMk/>
            <pc:sldMk cId="3680399783" sldId="332"/>
            <ac:spMk id="3" creationId="{7AF2682B-9D3A-04E2-A34C-9196EC9F7072}"/>
          </ac:spMkLst>
        </pc:spChg>
        <pc:spChg chg="del mod">
          <ac:chgData name="김태영" userId="8443cd8f-b258-4c7c-bbdd-a870d3924868" providerId="ADAL" clId="{8AB79A95-F3C6-4C21-94A1-1B75C8293A9E}" dt="2023-02-14T20:28:14.076" v="8911" actId="478"/>
          <ac:spMkLst>
            <pc:docMk/>
            <pc:sldMk cId="3680399783" sldId="332"/>
            <ac:spMk id="5" creationId="{E4825E08-E257-6E31-65F1-7246B786A196}"/>
          </ac:spMkLst>
        </pc:spChg>
        <pc:spChg chg="del">
          <ac:chgData name="김태영" userId="8443cd8f-b258-4c7c-bbdd-a870d3924868" providerId="ADAL" clId="{8AB79A95-F3C6-4C21-94A1-1B75C8293A9E}" dt="2023-02-14T20:08:52.664" v="8520" actId="478"/>
          <ac:spMkLst>
            <pc:docMk/>
            <pc:sldMk cId="3680399783" sldId="332"/>
            <ac:spMk id="6" creationId="{0BC0A58C-B23F-CA48-110C-BDCEFCF7EB06}"/>
          </ac:spMkLst>
        </pc:spChg>
        <pc:spChg chg="del mod">
          <ac:chgData name="김태영" userId="8443cd8f-b258-4c7c-bbdd-a870d3924868" providerId="ADAL" clId="{8AB79A95-F3C6-4C21-94A1-1B75C8293A9E}" dt="2023-02-14T20:08:55.827" v="8524" actId="478"/>
          <ac:spMkLst>
            <pc:docMk/>
            <pc:sldMk cId="3680399783" sldId="332"/>
            <ac:spMk id="7" creationId="{B33637EC-07C0-76A9-3A4D-12A753609ECE}"/>
          </ac:spMkLst>
        </pc:spChg>
        <pc:spChg chg="add mod">
          <ac:chgData name="김태영" userId="8443cd8f-b258-4c7c-bbdd-a870d3924868" providerId="ADAL" clId="{8AB79A95-F3C6-4C21-94A1-1B75C8293A9E}" dt="2023-02-14T20:31:35.926" v="9037" actId="20577"/>
          <ac:spMkLst>
            <pc:docMk/>
            <pc:sldMk cId="3680399783" sldId="332"/>
            <ac:spMk id="8" creationId="{2348465D-37A0-5EA1-27F6-EB3ACA975F20}"/>
          </ac:spMkLst>
        </pc:spChg>
        <pc:spChg chg="add mod">
          <ac:chgData name="김태영" userId="8443cd8f-b258-4c7c-bbdd-a870d3924868" providerId="ADAL" clId="{8AB79A95-F3C6-4C21-94A1-1B75C8293A9E}" dt="2023-02-14T20:29:38.494" v="9033" actId="20577"/>
          <ac:spMkLst>
            <pc:docMk/>
            <pc:sldMk cId="3680399783" sldId="332"/>
            <ac:spMk id="10" creationId="{50764A1A-A9DD-52F7-4691-6E8C63327195}"/>
          </ac:spMkLst>
        </pc:spChg>
        <pc:spChg chg="mod">
          <ac:chgData name="김태영" userId="8443cd8f-b258-4c7c-bbdd-a870d3924868" providerId="ADAL" clId="{8AB79A95-F3C6-4C21-94A1-1B75C8293A9E}" dt="2023-02-14T20:28:23.599" v="8915" actId="114"/>
          <ac:spMkLst>
            <pc:docMk/>
            <pc:sldMk cId="3680399783" sldId="332"/>
            <ac:spMk id="12" creationId="{878762E7-D78E-0F87-4BC7-F04F3B0BC29D}"/>
          </ac:spMkLst>
        </pc:spChg>
        <pc:picChg chg="del">
          <ac:chgData name="김태영" userId="8443cd8f-b258-4c7c-bbdd-a870d3924868" providerId="ADAL" clId="{8AB79A95-F3C6-4C21-94A1-1B75C8293A9E}" dt="2023-02-14T20:08:37.268" v="8516" actId="478"/>
          <ac:picMkLst>
            <pc:docMk/>
            <pc:sldMk cId="3680399783" sldId="332"/>
            <ac:picMk id="5122" creationId="{2099C408-C3C4-9D13-04B9-9B1E7030D5F9}"/>
          </ac:picMkLst>
        </pc:picChg>
      </pc:sldChg>
      <pc:sldChg chg="del">
        <pc:chgData name="김태영" userId="8443cd8f-b258-4c7c-bbdd-a870d3924868" providerId="ADAL" clId="{8AB79A95-F3C6-4C21-94A1-1B75C8293A9E}" dt="2023-02-14T12:04:00.822" v="11" actId="47"/>
        <pc:sldMkLst>
          <pc:docMk/>
          <pc:sldMk cId="1689874822" sldId="333"/>
        </pc:sldMkLst>
      </pc:sldChg>
      <pc:sldChg chg="addSp delSp modSp add mod modNotesTx">
        <pc:chgData name="김태영" userId="8443cd8f-b258-4c7c-bbdd-a870d3924868" providerId="ADAL" clId="{8AB79A95-F3C6-4C21-94A1-1B75C8293A9E}" dt="2023-02-14T21:41:11.737" v="10680" actId="20577"/>
        <pc:sldMkLst>
          <pc:docMk/>
          <pc:sldMk cId="3244947736" sldId="333"/>
        </pc:sldMkLst>
        <pc:spChg chg="mod">
          <ac:chgData name="김태영" userId="8443cd8f-b258-4c7c-bbdd-a870d3924868" providerId="ADAL" clId="{8AB79A95-F3C6-4C21-94A1-1B75C8293A9E}" dt="2023-02-14T21:33:38.304" v="10327" actId="20577"/>
          <ac:spMkLst>
            <pc:docMk/>
            <pc:sldMk cId="3244947736" sldId="333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20:51:15.495" v="9503" actId="14100"/>
          <ac:spMkLst>
            <pc:docMk/>
            <pc:sldMk cId="3244947736" sldId="333"/>
            <ac:spMk id="5" creationId="{AA881745-5199-044B-1A90-81FBBA71DB46}"/>
          </ac:spMkLst>
        </pc:spChg>
        <pc:spChg chg="add mod">
          <ac:chgData name="김태영" userId="8443cd8f-b258-4c7c-bbdd-a870d3924868" providerId="ADAL" clId="{8AB79A95-F3C6-4C21-94A1-1B75C8293A9E}" dt="2023-02-14T21:22:55.252" v="9872" actId="20577"/>
          <ac:spMkLst>
            <pc:docMk/>
            <pc:sldMk cId="3244947736" sldId="333"/>
            <ac:spMk id="6" creationId="{870AB293-88DA-DAA6-5A82-99EDE2DB1243}"/>
          </ac:spMkLst>
        </pc:spChg>
        <pc:spChg chg="mod">
          <ac:chgData name="김태영" userId="8443cd8f-b258-4c7c-bbdd-a870d3924868" providerId="ADAL" clId="{8AB79A95-F3C6-4C21-94A1-1B75C8293A9E}" dt="2023-02-14T20:31:49.940" v="9057" actId="14100"/>
          <ac:spMkLst>
            <pc:docMk/>
            <pc:sldMk cId="3244947736" sldId="333"/>
            <ac:spMk id="8" creationId="{2348465D-37A0-5EA1-27F6-EB3ACA975F20}"/>
          </ac:spMkLst>
        </pc:spChg>
        <pc:spChg chg="del">
          <ac:chgData name="김태영" userId="8443cd8f-b258-4c7c-bbdd-a870d3924868" providerId="ADAL" clId="{8AB79A95-F3C6-4C21-94A1-1B75C8293A9E}" dt="2023-02-14T20:49:29.076" v="9391" actId="478"/>
          <ac:spMkLst>
            <pc:docMk/>
            <pc:sldMk cId="3244947736" sldId="333"/>
            <ac:spMk id="10" creationId="{50764A1A-A9DD-52F7-4691-6E8C63327195}"/>
          </ac:spMkLst>
        </pc:spChg>
        <pc:spChg chg="mod">
          <ac:chgData name="김태영" userId="8443cd8f-b258-4c7c-bbdd-a870d3924868" providerId="ADAL" clId="{8AB79A95-F3C6-4C21-94A1-1B75C8293A9E}" dt="2023-02-14T20:49:25.687" v="9390" actId="20577"/>
          <ac:spMkLst>
            <pc:docMk/>
            <pc:sldMk cId="3244947736" sldId="333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692" v="7" actId="47"/>
        <pc:sldMkLst>
          <pc:docMk/>
          <pc:sldMk cId="2473143893" sldId="334"/>
        </pc:sldMkLst>
      </pc:sldChg>
      <pc:sldChg chg="addSp delSp modSp add mod modNotesTx">
        <pc:chgData name="김태영" userId="8443cd8f-b258-4c7c-bbdd-a870d3924868" providerId="ADAL" clId="{8AB79A95-F3C6-4C21-94A1-1B75C8293A9E}" dt="2023-02-14T21:41:08.394" v="10679" actId="20577"/>
        <pc:sldMkLst>
          <pc:docMk/>
          <pc:sldMk cId="2500195618" sldId="334"/>
        </pc:sldMkLst>
        <pc:spChg chg="mod">
          <ac:chgData name="김태영" userId="8443cd8f-b258-4c7c-bbdd-a870d3924868" providerId="ADAL" clId="{8AB79A95-F3C6-4C21-94A1-1B75C8293A9E}" dt="2023-02-14T21:33:35.800" v="10326" actId="20577"/>
          <ac:spMkLst>
            <pc:docMk/>
            <pc:sldMk cId="2500195618" sldId="334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21:31:10.783" v="10282" actId="14100"/>
          <ac:spMkLst>
            <pc:docMk/>
            <pc:sldMk cId="2500195618" sldId="334"/>
            <ac:spMk id="5" creationId="{AA881745-5199-044B-1A90-81FBBA71DB46}"/>
          </ac:spMkLst>
        </pc:spChg>
        <pc:spChg chg="mod">
          <ac:chgData name="김태영" userId="8443cd8f-b258-4c7c-bbdd-a870d3924868" providerId="ADAL" clId="{8AB79A95-F3C6-4C21-94A1-1B75C8293A9E}" dt="2023-02-14T21:40:11.535" v="10676" actId="20577"/>
          <ac:spMkLst>
            <pc:docMk/>
            <pc:sldMk cId="2500195618" sldId="334"/>
            <ac:spMk id="6" creationId="{870AB293-88DA-DAA6-5A82-99EDE2DB1243}"/>
          </ac:spMkLst>
        </pc:spChg>
        <pc:spChg chg="add del mod">
          <ac:chgData name="김태영" userId="8443cd8f-b258-4c7c-bbdd-a870d3924868" providerId="ADAL" clId="{8AB79A95-F3C6-4C21-94A1-1B75C8293A9E}" dt="2023-02-14T21:41:03.595" v="10678"/>
          <ac:spMkLst>
            <pc:docMk/>
            <pc:sldMk cId="2500195618" sldId="334"/>
            <ac:spMk id="7" creationId="{67E4933C-DA2A-392E-91C9-D66B154B8034}"/>
          </ac:spMkLst>
        </pc:spChg>
        <pc:spChg chg="mod">
          <ac:chgData name="김태영" userId="8443cd8f-b258-4c7c-bbdd-a870d3924868" providerId="ADAL" clId="{8AB79A95-F3C6-4C21-94A1-1B75C8293A9E}" dt="2023-02-14T21:23:20.577" v="9905" actId="14100"/>
          <ac:spMkLst>
            <pc:docMk/>
            <pc:sldMk cId="2500195618" sldId="334"/>
            <ac:spMk id="8" creationId="{2348465D-37A0-5EA1-27F6-EB3ACA975F20}"/>
          </ac:spMkLst>
        </pc:spChg>
        <pc:spChg chg="mod">
          <ac:chgData name="김태영" userId="8443cd8f-b258-4c7c-bbdd-a870d3924868" providerId="ADAL" clId="{8AB79A95-F3C6-4C21-94A1-1B75C8293A9E}" dt="2023-02-14T21:30:46.821" v="10246" actId="20577"/>
          <ac:spMkLst>
            <pc:docMk/>
            <pc:sldMk cId="2500195618" sldId="334"/>
            <ac:spMk id="12" creationId="{878762E7-D78E-0F87-4BC7-F04F3B0BC29D}"/>
          </ac:spMkLst>
        </pc:spChg>
      </pc:sldChg>
      <pc:sldChg chg="delSp modSp add mod">
        <pc:chgData name="김태영" userId="8443cd8f-b258-4c7c-bbdd-a870d3924868" providerId="ADAL" clId="{8AB79A95-F3C6-4C21-94A1-1B75C8293A9E}" dt="2023-02-14T21:46:17.047" v="11188" actId="1076"/>
        <pc:sldMkLst>
          <pc:docMk/>
          <pc:sldMk cId="3554643889" sldId="335"/>
        </pc:sldMkLst>
        <pc:spChg chg="mod">
          <ac:chgData name="김태영" userId="8443cd8f-b258-4c7c-bbdd-a870d3924868" providerId="ADAL" clId="{8AB79A95-F3C6-4C21-94A1-1B75C8293A9E}" dt="2023-02-14T21:41:34.352" v="10718" actId="20577"/>
          <ac:spMkLst>
            <pc:docMk/>
            <pc:sldMk cId="3554643889" sldId="335"/>
            <ac:spMk id="3" creationId="{7AF2682B-9D3A-04E2-A34C-9196EC9F7072}"/>
          </ac:spMkLst>
        </pc:spChg>
        <pc:spChg chg="del">
          <ac:chgData name="김태영" userId="8443cd8f-b258-4c7c-bbdd-a870d3924868" providerId="ADAL" clId="{8AB79A95-F3C6-4C21-94A1-1B75C8293A9E}" dt="2023-02-14T21:41:39.143" v="10720" actId="478"/>
          <ac:spMkLst>
            <pc:docMk/>
            <pc:sldMk cId="3554643889" sldId="335"/>
            <ac:spMk id="5" creationId="{AA881745-5199-044B-1A90-81FBBA71DB46}"/>
          </ac:spMkLst>
        </pc:spChg>
        <pc:spChg chg="del">
          <ac:chgData name="김태영" userId="8443cd8f-b258-4c7c-bbdd-a870d3924868" providerId="ADAL" clId="{8AB79A95-F3C6-4C21-94A1-1B75C8293A9E}" dt="2023-02-14T21:41:39.143" v="10720" actId="478"/>
          <ac:spMkLst>
            <pc:docMk/>
            <pc:sldMk cId="3554643889" sldId="335"/>
            <ac:spMk id="6" creationId="{870AB293-88DA-DAA6-5A82-99EDE2DB1243}"/>
          </ac:spMkLst>
        </pc:spChg>
        <pc:spChg chg="del">
          <ac:chgData name="김태영" userId="8443cd8f-b258-4c7c-bbdd-a870d3924868" providerId="ADAL" clId="{8AB79A95-F3C6-4C21-94A1-1B75C8293A9E}" dt="2023-02-14T21:41:37.385" v="10719" actId="478"/>
          <ac:spMkLst>
            <pc:docMk/>
            <pc:sldMk cId="3554643889" sldId="335"/>
            <ac:spMk id="8" creationId="{2348465D-37A0-5EA1-27F6-EB3ACA975F20}"/>
          </ac:spMkLst>
        </pc:spChg>
        <pc:spChg chg="mod">
          <ac:chgData name="김태영" userId="8443cd8f-b258-4c7c-bbdd-a870d3924868" providerId="ADAL" clId="{8AB79A95-F3C6-4C21-94A1-1B75C8293A9E}" dt="2023-02-14T21:46:17.047" v="11188" actId="1076"/>
          <ac:spMkLst>
            <pc:docMk/>
            <pc:sldMk cId="3554643889" sldId="335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728" v="8" actId="47"/>
        <pc:sldMkLst>
          <pc:docMk/>
          <pc:sldMk cId="4137714097" sldId="335"/>
        </pc:sldMkLst>
      </pc:sldChg>
      <pc:sldChg chg="del">
        <pc:chgData name="김태영" userId="8443cd8f-b258-4c7c-bbdd-a870d3924868" providerId="ADAL" clId="{8AB79A95-F3C6-4C21-94A1-1B75C8293A9E}" dt="2023-02-14T12:04:00.641" v="6" actId="47"/>
        <pc:sldMkLst>
          <pc:docMk/>
          <pc:sldMk cId="4010107925" sldId="336"/>
        </pc:sldMkLst>
      </pc:sldChg>
      <pc:sldChg chg="del">
        <pc:chgData name="김태영" userId="8443cd8f-b258-4c7c-bbdd-a870d3924868" providerId="ADAL" clId="{8AB79A95-F3C6-4C21-94A1-1B75C8293A9E}" dt="2023-02-14T12:04:00.925" v="15" actId="47"/>
        <pc:sldMkLst>
          <pc:docMk/>
          <pc:sldMk cId="2802750515" sldId="337"/>
        </pc:sldMkLst>
      </pc:sldChg>
      <pc:sldChg chg="del">
        <pc:chgData name="김태영" userId="8443cd8f-b258-4c7c-bbdd-a870d3924868" providerId="ADAL" clId="{8AB79A95-F3C6-4C21-94A1-1B75C8293A9E}" dt="2023-02-14T12:04:00.989" v="16" actId="47"/>
        <pc:sldMkLst>
          <pc:docMk/>
          <pc:sldMk cId="1418357997" sldId="338"/>
        </pc:sldMkLst>
      </pc:sldChg>
      <pc:sldChg chg="del">
        <pc:chgData name="김태영" userId="8443cd8f-b258-4c7c-bbdd-a870d3924868" providerId="ADAL" clId="{8AB79A95-F3C6-4C21-94A1-1B75C8293A9E}" dt="2023-02-14T12:04:01.011" v="17" actId="47"/>
        <pc:sldMkLst>
          <pc:docMk/>
          <pc:sldMk cId="1115464383" sldId="339"/>
        </pc:sldMkLst>
      </pc:sldChg>
    </pc:docChg>
  </pc:docChgLst>
  <pc:docChgLst>
    <pc:chgData name="김태영" userId="8443cd8f-b258-4c7c-bbdd-a870d3924868" providerId="ADAL" clId="{EB0C92C4-AE0B-4244-9B45-B8D20790F19B}"/>
    <pc:docChg chg="custSel modSld">
      <pc:chgData name="김태영" userId="8443cd8f-b258-4c7c-bbdd-a870d3924868" providerId="ADAL" clId="{EB0C92C4-AE0B-4244-9B45-B8D20790F19B}" dt="2021-10-27T03:01:08.058" v="2048" actId="20577"/>
      <pc:docMkLst>
        <pc:docMk/>
      </pc:docMkLst>
      <pc:sldChg chg="modNotesTx">
        <pc:chgData name="김태영" userId="8443cd8f-b258-4c7c-bbdd-a870d3924868" providerId="ADAL" clId="{EB0C92C4-AE0B-4244-9B45-B8D20790F19B}" dt="2021-10-27T02:25:46.478" v="805" actId="20577"/>
        <pc:sldMkLst>
          <pc:docMk/>
          <pc:sldMk cId="1120707945" sldId="281"/>
        </pc:sldMkLst>
      </pc:sldChg>
      <pc:sldChg chg="modNotesTx">
        <pc:chgData name="김태영" userId="8443cd8f-b258-4c7c-bbdd-a870d3924868" providerId="ADAL" clId="{EB0C92C4-AE0B-4244-9B45-B8D20790F19B}" dt="2021-10-27T02:47:09.252" v="1297" actId="20577"/>
        <pc:sldMkLst>
          <pc:docMk/>
          <pc:sldMk cId="2388083860" sldId="290"/>
        </pc:sldMkLst>
      </pc:sldChg>
      <pc:sldChg chg="modNotesTx">
        <pc:chgData name="김태영" userId="8443cd8f-b258-4c7c-bbdd-a870d3924868" providerId="ADAL" clId="{EB0C92C4-AE0B-4244-9B45-B8D20790F19B}" dt="2021-10-27T02:47:16.258" v="1301" actId="20577"/>
        <pc:sldMkLst>
          <pc:docMk/>
          <pc:sldMk cId="4234844260" sldId="296"/>
        </pc:sldMkLst>
      </pc:sldChg>
      <pc:sldChg chg="modNotesTx">
        <pc:chgData name="김태영" userId="8443cd8f-b258-4c7c-bbdd-a870d3924868" providerId="ADAL" clId="{EB0C92C4-AE0B-4244-9B45-B8D20790F19B}" dt="2021-10-27T03:01:08.058" v="2048" actId="20577"/>
        <pc:sldMkLst>
          <pc:docMk/>
          <pc:sldMk cId="3440690201" sldId="297"/>
        </pc:sldMkLst>
      </pc:sldChg>
    </pc:docChg>
  </pc:docChgLst>
  <pc:docChgLst>
    <pc:chgData name="김태영" userId="8443cd8f-b258-4c7c-bbdd-a870d3924868" providerId="ADAL" clId="{89683857-5B12-41AD-BAEB-70B6EA3880EB}"/>
    <pc:docChg chg="undo custSel addSld delSld modSld">
      <pc:chgData name="김태영" userId="8443cd8f-b258-4c7c-bbdd-a870d3924868" providerId="ADAL" clId="{89683857-5B12-41AD-BAEB-70B6EA3880EB}" dt="2023-03-20T18:05:21.460" v="5092" actId="20577"/>
      <pc:docMkLst>
        <pc:docMk/>
      </pc:docMkLst>
      <pc:sldChg chg="addSp delSp modSp mod delAnim modAnim modNotesTx">
        <pc:chgData name="김태영" userId="8443cd8f-b258-4c7c-bbdd-a870d3924868" providerId="ADAL" clId="{89683857-5B12-41AD-BAEB-70B6EA3880EB}" dt="2023-03-20T14:29:18.628" v="1302" actId="20577"/>
        <pc:sldMkLst>
          <pc:docMk/>
          <pc:sldMk cId="3224837462" sldId="311"/>
        </pc:sldMkLst>
        <pc:spChg chg="mod">
          <ac:chgData name="김태영" userId="8443cd8f-b258-4c7c-bbdd-a870d3924868" providerId="ADAL" clId="{89683857-5B12-41AD-BAEB-70B6EA3880EB}" dt="2023-03-20T13:00:28.409" v="179" actId="115"/>
          <ac:spMkLst>
            <pc:docMk/>
            <pc:sldMk cId="3224837462" sldId="311"/>
            <ac:spMk id="5" creationId="{BFCF86AE-7845-2B80-8716-64084DDDA742}"/>
          </ac:spMkLst>
        </pc:spChg>
        <pc:spChg chg="add del">
          <ac:chgData name="김태영" userId="8443cd8f-b258-4c7c-bbdd-a870d3924868" providerId="ADAL" clId="{89683857-5B12-41AD-BAEB-70B6EA3880EB}" dt="2023-03-20T13:00:54.775" v="181" actId="22"/>
          <ac:spMkLst>
            <pc:docMk/>
            <pc:sldMk cId="3224837462" sldId="311"/>
            <ac:spMk id="7" creationId="{4054F3B9-D2B7-921C-A3F9-69D02AF41D7E}"/>
          </ac:spMkLst>
        </pc:spChg>
        <pc:spChg chg="add mod">
          <ac:chgData name="김태영" userId="8443cd8f-b258-4c7c-bbdd-a870d3924868" providerId="ADAL" clId="{89683857-5B12-41AD-BAEB-70B6EA3880EB}" dt="2023-03-20T13:06:35.101" v="248" actId="164"/>
          <ac:spMkLst>
            <pc:docMk/>
            <pc:sldMk cId="3224837462" sldId="311"/>
            <ac:spMk id="12" creationId="{9D6DDFB8-5FAC-E971-12A3-EF34E0B7BEF0}"/>
          </ac:spMkLst>
        </pc:spChg>
        <pc:spChg chg="add del mod">
          <ac:chgData name="김태영" userId="8443cd8f-b258-4c7c-bbdd-a870d3924868" providerId="ADAL" clId="{89683857-5B12-41AD-BAEB-70B6EA3880EB}" dt="2023-03-20T13:38:16.335" v="796" actId="478"/>
          <ac:spMkLst>
            <pc:docMk/>
            <pc:sldMk cId="3224837462" sldId="311"/>
            <ac:spMk id="14" creationId="{A0E2F61F-C8F6-E4F2-0560-5766559C6C09}"/>
          </ac:spMkLst>
        </pc:spChg>
        <pc:spChg chg="add mod">
          <ac:chgData name="김태영" userId="8443cd8f-b258-4c7c-bbdd-a870d3924868" providerId="ADAL" clId="{89683857-5B12-41AD-BAEB-70B6EA3880EB}" dt="2023-03-20T13:57:00.323" v="977" actId="1035"/>
          <ac:spMkLst>
            <pc:docMk/>
            <pc:sldMk cId="3224837462" sldId="311"/>
            <ac:spMk id="15" creationId="{6178313D-E396-0EBF-F910-47C0A2916342}"/>
          </ac:spMkLst>
        </pc:spChg>
        <pc:spChg chg="add del mod">
          <ac:chgData name="김태영" userId="8443cd8f-b258-4c7c-bbdd-a870d3924868" providerId="ADAL" clId="{89683857-5B12-41AD-BAEB-70B6EA3880EB}" dt="2023-03-20T13:37:48.417" v="785" actId="478"/>
          <ac:spMkLst>
            <pc:docMk/>
            <pc:sldMk cId="3224837462" sldId="311"/>
            <ac:spMk id="18" creationId="{2F94219A-147D-CFDF-6FE7-AE3291B72397}"/>
          </ac:spMkLst>
        </pc:spChg>
        <pc:spChg chg="add mod">
          <ac:chgData name="김태영" userId="8443cd8f-b258-4c7c-bbdd-a870d3924868" providerId="ADAL" clId="{89683857-5B12-41AD-BAEB-70B6EA3880EB}" dt="2023-03-20T13:56:51.131" v="964" actId="164"/>
          <ac:spMkLst>
            <pc:docMk/>
            <pc:sldMk cId="3224837462" sldId="311"/>
            <ac:spMk id="21" creationId="{EDF8E3B6-CBD6-BBA8-2C0A-D648E14A0679}"/>
          </ac:spMkLst>
        </pc:spChg>
        <pc:spChg chg="add mod">
          <ac:chgData name="김태영" userId="8443cd8f-b258-4c7c-bbdd-a870d3924868" providerId="ADAL" clId="{89683857-5B12-41AD-BAEB-70B6EA3880EB}" dt="2023-03-20T13:56:51.131" v="964" actId="164"/>
          <ac:spMkLst>
            <pc:docMk/>
            <pc:sldMk cId="3224837462" sldId="311"/>
            <ac:spMk id="22" creationId="{0857CF80-E919-0F88-BBA7-B837E5CE4C11}"/>
          </ac:spMkLst>
        </pc:spChg>
        <pc:grpChg chg="add mod">
          <ac:chgData name="김태영" userId="8443cd8f-b258-4c7c-bbdd-a870d3924868" providerId="ADAL" clId="{89683857-5B12-41AD-BAEB-70B6EA3880EB}" dt="2023-03-20T13:57:00.323" v="977" actId="1035"/>
          <ac:grpSpMkLst>
            <pc:docMk/>
            <pc:sldMk cId="3224837462" sldId="311"/>
            <ac:grpSpMk id="13" creationId="{5E3DAD32-46A4-4E9B-C154-4B00EC668DA4}"/>
          </ac:grpSpMkLst>
        </pc:grpChg>
        <pc:grpChg chg="add mod">
          <ac:chgData name="김태영" userId="8443cd8f-b258-4c7c-bbdd-a870d3924868" providerId="ADAL" clId="{89683857-5B12-41AD-BAEB-70B6EA3880EB}" dt="2023-03-20T13:56:55.437" v="966" actId="1076"/>
          <ac:grpSpMkLst>
            <pc:docMk/>
            <pc:sldMk cId="3224837462" sldId="311"/>
            <ac:grpSpMk id="23" creationId="{1896A298-0DBC-4A40-772F-F140913A69DB}"/>
          </ac:grpSpMkLst>
        </pc:grpChg>
        <pc:grpChg chg="del">
          <ac:chgData name="김태영" userId="8443cd8f-b258-4c7c-bbdd-a870d3924868" providerId="ADAL" clId="{89683857-5B12-41AD-BAEB-70B6EA3880EB}" dt="2023-03-20T12:30:37.800" v="0" actId="478"/>
          <ac:grpSpMkLst>
            <pc:docMk/>
            <pc:sldMk cId="3224837462" sldId="311"/>
            <ac:grpSpMk id="43" creationId="{B5BCF66D-F7B5-E32D-7DBA-AA83E085CDFF}"/>
          </ac:grpSpMkLst>
        </pc:grpChg>
        <pc:grpChg chg="del">
          <ac:chgData name="김태영" userId="8443cd8f-b258-4c7c-bbdd-a870d3924868" providerId="ADAL" clId="{89683857-5B12-41AD-BAEB-70B6EA3880EB}" dt="2023-03-20T12:30:37.800" v="0" actId="478"/>
          <ac:grpSpMkLst>
            <pc:docMk/>
            <pc:sldMk cId="3224837462" sldId="311"/>
            <ac:grpSpMk id="44" creationId="{6F9DDA14-C876-21D0-9C21-9D5E616ABE9D}"/>
          </ac:grpSpMkLst>
        </pc:grpChg>
        <pc:graphicFrameChg chg="add mod modGraphic">
          <ac:chgData name="김태영" userId="8443cd8f-b258-4c7c-bbdd-a870d3924868" providerId="ADAL" clId="{89683857-5B12-41AD-BAEB-70B6EA3880EB}" dt="2023-03-20T14:29:18.628" v="1302" actId="20577"/>
          <ac:graphicFrameMkLst>
            <pc:docMk/>
            <pc:sldMk cId="3224837462" sldId="311"/>
            <ac:graphicFrameMk id="16" creationId="{FEFC35C0-513F-F0C9-F7CA-90BAD8AAAE7D}"/>
          </ac:graphicFrameMkLst>
        </pc:graphicFrameChg>
        <pc:picChg chg="add mod">
          <ac:chgData name="김태영" userId="8443cd8f-b258-4c7c-bbdd-a870d3924868" providerId="ADAL" clId="{89683857-5B12-41AD-BAEB-70B6EA3880EB}" dt="2023-03-20T13:06:35.101" v="248" actId="164"/>
          <ac:picMkLst>
            <pc:docMk/>
            <pc:sldMk cId="3224837462" sldId="311"/>
            <ac:picMk id="9" creationId="{63867BCA-84AB-7550-4716-509C8DD68BBF}"/>
          </ac:picMkLst>
        </pc:picChg>
        <pc:picChg chg="add mod">
          <ac:chgData name="김태영" userId="8443cd8f-b258-4c7c-bbdd-a870d3924868" providerId="ADAL" clId="{89683857-5B12-41AD-BAEB-70B6EA3880EB}" dt="2023-03-20T13:06:35.101" v="248" actId="164"/>
          <ac:picMkLst>
            <pc:docMk/>
            <pc:sldMk cId="3224837462" sldId="311"/>
            <ac:picMk id="10" creationId="{4821DAF6-05DD-F36D-CA70-D32421E2AD78}"/>
          </ac:picMkLst>
        </pc:picChg>
        <pc:picChg chg="add mod">
          <ac:chgData name="김태영" userId="8443cd8f-b258-4c7c-bbdd-a870d3924868" providerId="ADAL" clId="{89683857-5B12-41AD-BAEB-70B6EA3880EB}" dt="2023-03-20T13:06:35.101" v="248" actId="164"/>
          <ac:picMkLst>
            <pc:docMk/>
            <pc:sldMk cId="3224837462" sldId="311"/>
            <ac:picMk id="11" creationId="{095010F1-FAD8-1E25-66A2-4AE3540378C7}"/>
          </ac:picMkLst>
        </pc:picChg>
        <pc:cxnChg chg="add del mod">
          <ac:chgData name="김태영" userId="8443cd8f-b258-4c7c-bbdd-a870d3924868" providerId="ADAL" clId="{89683857-5B12-41AD-BAEB-70B6EA3880EB}" dt="2023-03-20T13:39:59.367" v="800" actId="478"/>
          <ac:cxnSpMkLst>
            <pc:docMk/>
            <pc:sldMk cId="3224837462" sldId="311"/>
            <ac:cxnSpMk id="20" creationId="{6E21F111-B659-68C1-9A07-D59AEF5C5E4D}"/>
          </ac:cxnSpMkLst>
        </pc:cxnChg>
      </pc:sldChg>
      <pc:sldChg chg="addSp delSp modSp add mod modAnim modNotesTx">
        <pc:chgData name="김태영" userId="8443cd8f-b258-4c7c-bbdd-a870d3924868" providerId="ADAL" clId="{89683857-5B12-41AD-BAEB-70B6EA3880EB}" dt="2023-03-20T16:06:18.024" v="3756" actId="20577"/>
        <pc:sldMkLst>
          <pc:docMk/>
          <pc:sldMk cId="2550927111" sldId="312"/>
        </pc:sldMkLst>
        <pc:spChg chg="mod">
          <ac:chgData name="김태영" userId="8443cd8f-b258-4c7c-bbdd-a870d3924868" providerId="ADAL" clId="{89683857-5B12-41AD-BAEB-70B6EA3880EB}" dt="2023-03-20T13:01:01.287" v="191" actId="6549"/>
          <ac:spMkLst>
            <pc:docMk/>
            <pc:sldMk cId="2550927111" sldId="312"/>
            <ac:spMk id="3" creationId="{7AF2682B-9D3A-04E2-A34C-9196EC9F7072}"/>
          </ac:spMkLst>
        </pc:spChg>
        <pc:spChg chg="del mod">
          <ac:chgData name="김태영" userId="8443cd8f-b258-4c7c-bbdd-a870d3924868" providerId="ADAL" clId="{89683857-5B12-41AD-BAEB-70B6EA3880EB}" dt="2023-03-20T13:01:02.761" v="193" actId="478"/>
          <ac:spMkLst>
            <pc:docMk/>
            <pc:sldMk cId="2550927111" sldId="312"/>
            <ac:spMk id="5" creationId="{BFCF86AE-7845-2B80-8716-64084DDDA742}"/>
          </ac:spMkLst>
        </pc:spChg>
        <pc:spChg chg="add mod">
          <ac:chgData name="김태영" userId="8443cd8f-b258-4c7c-bbdd-a870d3924868" providerId="ADAL" clId="{89683857-5B12-41AD-BAEB-70B6EA3880EB}" dt="2023-03-20T16:06:14.192" v="3753" actId="20577"/>
          <ac:spMkLst>
            <pc:docMk/>
            <pc:sldMk cId="2550927111" sldId="312"/>
            <ac:spMk id="6" creationId="{E5F3879E-DA87-1208-F154-41C0D5CF5C65}"/>
          </ac:spMkLst>
        </pc:spChg>
        <pc:spChg chg="add mod">
          <ac:chgData name="김태영" userId="8443cd8f-b258-4c7c-bbdd-a870d3924868" providerId="ADAL" clId="{89683857-5B12-41AD-BAEB-70B6EA3880EB}" dt="2023-03-20T16:06:18.024" v="3756" actId="20577"/>
          <ac:spMkLst>
            <pc:docMk/>
            <pc:sldMk cId="2550927111" sldId="312"/>
            <ac:spMk id="7" creationId="{E36EED6A-F729-7561-C2AC-4AB99A81B4BE}"/>
          </ac:spMkLst>
        </pc:spChg>
        <pc:spChg chg="add mod">
          <ac:chgData name="김태영" userId="8443cd8f-b258-4c7c-bbdd-a870d3924868" providerId="ADAL" clId="{89683857-5B12-41AD-BAEB-70B6EA3880EB}" dt="2023-03-20T15:33:28.173" v="2245" actId="164"/>
          <ac:spMkLst>
            <pc:docMk/>
            <pc:sldMk cId="2550927111" sldId="312"/>
            <ac:spMk id="10" creationId="{1E4E7F79-8F3A-14F9-DDF9-0056F72F6137}"/>
          </ac:spMkLst>
        </pc:spChg>
        <pc:grpChg chg="add mod">
          <ac:chgData name="김태영" userId="8443cd8f-b258-4c7c-bbdd-a870d3924868" providerId="ADAL" clId="{89683857-5B12-41AD-BAEB-70B6EA3880EB}" dt="2023-03-20T15:33:28.173" v="2245" actId="164"/>
          <ac:grpSpMkLst>
            <pc:docMk/>
            <pc:sldMk cId="2550927111" sldId="312"/>
            <ac:grpSpMk id="11" creationId="{106B6ECA-1A32-C1DD-51A8-A57D1CF2C5B4}"/>
          </ac:grpSpMkLst>
        </pc:grpChg>
        <pc:picChg chg="add mod">
          <ac:chgData name="김태영" userId="8443cd8f-b258-4c7c-bbdd-a870d3924868" providerId="ADAL" clId="{89683857-5B12-41AD-BAEB-70B6EA3880EB}" dt="2023-03-20T15:33:28.173" v="2245" actId="164"/>
          <ac:picMkLst>
            <pc:docMk/>
            <pc:sldMk cId="2550927111" sldId="312"/>
            <ac:picMk id="9" creationId="{EF323107-A697-CEC7-C2EB-62CB091A7FD2}"/>
          </ac:picMkLst>
        </pc:picChg>
      </pc:sldChg>
      <pc:sldChg chg="addSp delSp modSp add mod modAnim modNotesTx">
        <pc:chgData name="김태영" userId="8443cd8f-b258-4c7c-bbdd-a870d3924868" providerId="ADAL" clId="{89683857-5B12-41AD-BAEB-70B6EA3880EB}" dt="2023-03-20T16:28:37.190" v="4194" actId="1076"/>
        <pc:sldMkLst>
          <pc:docMk/>
          <pc:sldMk cId="2724382944" sldId="313"/>
        </pc:sldMkLst>
        <pc:spChg chg="mod">
          <ac:chgData name="김태영" userId="8443cd8f-b258-4c7c-bbdd-a870d3924868" providerId="ADAL" clId="{89683857-5B12-41AD-BAEB-70B6EA3880EB}" dt="2023-03-20T13:01:07.712" v="201" actId="20577"/>
          <ac:spMkLst>
            <pc:docMk/>
            <pc:sldMk cId="2724382944" sldId="313"/>
            <ac:spMk id="3" creationId="{7AF2682B-9D3A-04E2-A34C-9196EC9F7072}"/>
          </ac:spMkLst>
        </pc:spChg>
        <pc:spChg chg="add mod">
          <ac:chgData name="김태영" userId="8443cd8f-b258-4c7c-bbdd-a870d3924868" providerId="ADAL" clId="{89683857-5B12-41AD-BAEB-70B6EA3880EB}" dt="2023-03-20T16:20:27.188" v="3994" actId="1076"/>
          <ac:spMkLst>
            <pc:docMk/>
            <pc:sldMk cId="2724382944" sldId="313"/>
            <ac:spMk id="5" creationId="{F69F61E6-EDE4-1DD3-18AC-61C282A71EA8}"/>
          </ac:spMkLst>
        </pc:spChg>
        <pc:spChg chg="add mod">
          <ac:chgData name="김태영" userId="8443cd8f-b258-4c7c-bbdd-a870d3924868" providerId="ADAL" clId="{89683857-5B12-41AD-BAEB-70B6EA3880EB}" dt="2023-03-20T16:28:37.190" v="4194" actId="1076"/>
          <ac:spMkLst>
            <pc:docMk/>
            <pc:sldMk cId="2724382944" sldId="313"/>
            <ac:spMk id="6" creationId="{A8292BC5-5B80-F8DF-5E50-AEF9E639EA83}"/>
          </ac:spMkLst>
        </pc:spChg>
        <pc:spChg chg="add del mod">
          <ac:chgData name="김태영" userId="8443cd8f-b258-4c7c-bbdd-a870d3924868" providerId="ADAL" clId="{89683857-5B12-41AD-BAEB-70B6EA3880EB}" dt="2023-03-20T16:19:50.904" v="3991" actId="478"/>
          <ac:spMkLst>
            <pc:docMk/>
            <pc:sldMk cId="2724382944" sldId="313"/>
            <ac:spMk id="8" creationId="{2C19B27F-32E3-1238-012A-495F3E7EE480}"/>
          </ac:spMkLst>
        </pc:spChg>
        <pc:spChg chg="add mod">
          <ac:chgData name="김태영" userId="8443cd8f-b258-4c7c-bbdd-a870d3924868" providerId="ADAL" clId="{89683857-5B12-41AD-BAEB-70B6EA3880EB}" dt="2023-03-20T16:27:45.711" v="4191" actId="14100"/>
          <ac:spMkLst>
            <pc:docMk/>
            <pc:sldMk cId="2724382944" sldId="313"/>
            <ac:spMk id="9" creationId="{2D34D656-20F5-E58D-16FF-F9450CAA3DFC}"/>
          </ac:spMkLst>
        </pc:spChg>
      </pc:sldChg>
      <pc:sldChg chg="addSp delSp modSp add mod modAnim modNotesTx">
        <pc:chgData name="김태영" userId="8443cd8f-b258-4c7c-bbdd-a870d3924868" providerId="ADAL" clId="{89683857-5B12-41AD-BAEB-70B6EA3880EB}" dt="2023-03-20T18:05:21.460" v="5092" actId="20577"/>
        <pc:sldMkLst>
          <pc:docMk/>
          <pc:sldMk cId="1377375374" sldId="314"/>
        </pc:sldMkLst>
        <pc:spChg chg="mod">
          <ac:chgData name="김태영" userId="8443cd8f-b258-4c7c-bbdd-a870d3924868" providerId="ADAL" clId="{89683857-5B12-41AD-BAEB-70B6EA3880EB}" dt="2023-03-20T13:01:13.617" v="227" actId="20577"/>
          <ac:spMkLst>
            <pc:docMk/>
            <pc:sldMk cId="1377375374" sldId="314"/>
            <ac:spMk id="3" creationId="{7AF2682B-9D3A-04E2-A34C-9196EC9F7072}"/>
          </ac:spMkLst>
        </pc:spChg>
        <pc:spChg chg="add mod">
          <ac:chgData name="김태영" userId="8443cd8f-b258-4c7c-bbdd-a870d3924868" providerId="ADAL" clId="{89683857-5B12-41AD-BAEB-70B6EA3880EB}" dt="2023-03-20T18:05:14.384" v="5091" actId="20577"/>
          <ac:spMkLst>
            <pc:docMk/>
            <pc:sldMk cId="1377375374" sldId="314"/>
            <ac:spMk id="5" creationId="{C5CE338D-E5B5-9531-3262-F46735AA08DB}"/>
          </ac:spMkLst>
        </pc:spChg>
        <pc:spChg chg="add del mod">
          <ac:chgData name="김태영" userId="8443cd8f-b258-4c7c-bbdd-a870d3924868" providerId="ADAL" clId="{89683857-5B12-41AD-BAEB-70B6EA3880EB}" dt="2023-03-20T17:45:11.335" v="4249"/>
          <ac:spMkLst>
            <pc:docMk/>
            <pc:sldMk cId="1377375374" sldId="314"/>
            <ac:spMk id="6" creationId="{144FCC99-8715-7575-FB2E-B366A5C68F03}"/>
          </ac:spMkLst>
        </pc:spChg>
      </pc:sldChg>
      <pc:sldChg chg="addSp delSp modSp add mod delAnim modAnim modNotesTx">
        <pc:chgData name="김태영" userId="8443cd8f-b258-4c7c-bbdd-a870d3924868" providerId="ADAL" clId="{89683857-5B12-41AD-BAEB-70B6EA3880EB}" dt="2023-03-20T14:31:31.733" v="1367" actId="1076"/>
        <pc:sldMkLst>
          <pc:docMk/>
          <pc:sldMk cId="3372196504" sldId="315"/>
        </pc:sldMkLst>
        <pc:spChg chg="mod">
          <ac:chgData name="김태영" userId="8443cd8f-b258-4c7c-bbdd-a870d3924868" providerId="ADAL" clId="{89683857-5B12-41AD-BAEB-70B6EA3880EB}" dt="2023-03-20T13:58:06.980" v="1026" actId="14100"/>
          <ac:spMkLst>
            <pc:docMk/>
            <pc:sldMk cId="3372196504" sldId="315"/>
            <ac:spMk id="3" creationId="{7AF2682B-9D3A-04E2-A34C-9196EC9F7072}"/>
          </ac:spMkLst>
        </pc:spChg>
        <pc:spChg chg="del">
          <ac:chgData name="김태영" userId="8443cd8f-b258-4c7c-bbdd-a870d3924868" providerId="ADAL" clId="{89683857-5B12-41AD-BAEB-70B6EA3880EB}" dt="2023-03-20T13:58:14.568" v="1030" actId="478"/>
          <ac:spMkLst>
            <pc:docMk/>
            <pc:sldMk cId="3372196504" sldId="315"/>
            <ac:spMk id="5" creationId="{BFCF86AE-7845-2B80-8716-64084DDDA742}"/>
          </ac:spMkLst>
        </pc:spChg>
        <pc:spChg chg="add mod">
          <ac:chgData name="김태영" userId="8443cd8f-b258-4c7c-bbdd-a870d3924868" providerId="ADAL" clId="{89683857-5B12-41AD-BAEB-70B6EA3880EB}" dt="2023-03-20T14:31:31.733" v="1367" actId="1076"/>
          <ac:spMkLst>
            <pc:docMk/>
            <pc:sldMk cId="3372196504" sldId="315"/>
            <ac:spMk id="6" creationId="{7857CD47-19B5-BAB1-C13A-FBF8CB39D7B8}"/>
          </ac:spMkLst>
        </pc:spChg>
        <pc:spChg chg="del">
          <ac:chgData name="김태영" userId="8443cd8f-b258-4c7c-bbdd-a870d3924868" providerId="ADAL" clId="{89683857-5B12-41AD-BAEB-70B6EA3880EB}" dt="2023-03-20T13:58:10.518" v="1027" actId="478"/>
          <ac:spMkLst>
            <pc:docMk/>
            <pc:sldMk cId="3372196504" sldId="315"/>
            <ac:spMk id="15" creationId="{6178313D-E396-0EBF-F910-47C0A2916342}"/>
          </ac:spMkLst>
        </pc:spChg>
        <pc:spChg chg="add mod">
          <ac:chgData name="김태영" userId="8443cd8f-b258-4c7c-bbdd-a870d3924868" providerId="ADAL" clId="{89683857-5B12-41AD-BAEB-70B6EA3880EB}" dt="2023-03-20T14:08:24.163" v="1258" actId="164"/>
          <ac:spMkLst>
            <pc:docMk/>
            <pc:sldMk cId="3372196504" sldId="315"/>
            <ac:spMk id="25" creationId="{B31335E2-B331-2E70-C87E-46026E230CC8}"/>
          </ac:spMkLst>
        </pc:spChg>
        <pc:spChg chg="add mod">
          <ac:chgData name="김태영" userId="8443cd8f-b258-4c7c-bbdd-a870d3924868" providerId="ADAL" clId="{89683857-5B12-41AD-BAEB-70B6EA3880EB}" dt="2023-03-20T14:08:24.163" v="1258" actId="164"/>
          <ac:spMkLst>
            <pc:docMk/>
            <pc:sldMk cId="3372196504" sldId="315"/>
            <ac:spMk id="27" creationId="{BBE5E0EF-812F-BB29-1BBE-632160A74B53}"/>
          </ac:spMkLst>
        </pc:spChg>
        <pc:grpChg chg="del">
          <ac:chgData name="김태영" userId="8443cd8f-b258-4c7c-bbdd-a870d3924868" providerId="ADAL" clId="{89683857-5B12-41AD-BAEB-70B6EA3880EB}" dt="2023-03-20T13:58:10.518" v="1027" actId="478"/>
          <ac:grpSpMkLst>
            <pc:docMk/>
            <pc:sldMk cId="3372196504" sldId="315"/>
            <ac:grpSpMk id="13" creationId="{5E3DAD32-46A4-4E9B-C154-4B00EC668DA4}"/>
          </ac:grpSpMkLst>
        </pc:grpChg>
        <pc:grpChg chg="del">
          <ac:chgData name="김태영" userId="8443cd8f-b258-4c7c-bbdd-a870d3924868" providerId="ADAL" clId="{89683857-5B12-41AD-BAEB-70B6EA3880EB}" dt="2023-03-20T13:58:10.518" v="1027" actId="478"/>
          <ac:grpSpMkLst>
            <pc:docMk/>
            <pc:sldMk cId="3372196504" sldId="315"/>
            <ac:grpSpMk id="23" creationId="{1896A298-0DBC-4A40-772F-F140913A69DB}"/>
          </ac:grpSpMkLst>
        </pc:grpChg>
        <pc:grpChg chg="add mod">
          <ac:chgData name="김태영" userId="8443cd8f-b258-4c7c-bbdd-a870d3924868" providerId="ADAL" clId="{89683857-5B12-41AD-BAEB-70B6EA3880EB}" dt="2023-03-20T14:31:29.083" v="1366" actId="1076"/>
          <ac:grpSpMkLst>
            <pc:docMk/>
            <pc:sldMk cId="3372196504" sldId="315"/>
            <ac:grpSpMk id="28" creationId="{1CB1E078-7E44-FF53-D481-C559677B1C71}"/>
          </ac:grpSpMkLst>
        </pc:grpChg>
        <pc:graphicFrameChg chg="del modGraphic">
          <ac:chgData name="김태영" userId="8443cd8f-b258-4c7c-bbdd-a870d3924868" providerId="ADAL" clId="{89683857-5B12-41AD-BAEB-70B6EA3880EB}" dt="2023-03-20T13:58:17.981" v="1031" actId="478"/>
          <ac:graphicFrameMkLst>
            <pc:docMk/>
            <pc:sldMk cId="3372196504" sldId="315"/>
            <ac:graphicFrameMk id="16" creationId="{FEFC35C0-513F-F0C9-F7CA-90BAD8AAAE7D}"/>
          </ac:graphicFrameMkLst>
        </pc:graphicFrameChg>
        <pc:picChg chg="add del mod">
          <ac:chgData name="김태영" userId="8443cd8f-b258-4c7c-bbdd-a870d3924868" providerId="ADAL" clId="{89683857-5B12-41AD-BAEB-70B6EA3880EB}" dt="2023-03-20T14:06:36.223" v="1213" actId="478"/>
          <ac:picMkLst>
            <pc:docMk/>
            <pc:sldMk cId="3372196504" sldId="315"/>
            <ac:picMk id="8" creationId="{CC5D0E0D-C84D-D1E7-FC29-8A2B131C4D8E}"/>
          </ac:picMkLst>
        </pc:picChg>
        <pc:picChg chg="add del mod">
          <ac:chgData name="김태영" userId="8443cd8f-b258-4c7c-bbdd-a870d3924868" providerId="ADAL" clId="{89683857-5B12-41AD-BAEB-70B6EA3880EB}" dt="2023-03-20T14:06:37.266" v="1214" actId="478"/>
          <ac:picMkLst>
            <pc:docMk/>
            <pc:sldMk cId="3372196504" sldId="315"/>
            <ac:picMk id="17" creationId="{6DC608F1-479D-550F-DCEB-381694E5A945}"/>
          </ac:picMkLst>
        </pc:picChg>
        <pc:picChg chg="add mod">
          <ac:chgData name="김태영" userId="8443cd8f-b258-4c7c-bbdd-a870d3924868" providerId="ADAL" clId="{89683857-5B12-41AD-BAEB-70B6EA3880EB}" dt="2023-03-20T14:08:24.163" v="1258" actId="164"/>
          <ac:picMkLst>
            <pc:docMk/>
            <pc:sldMk cId="3372196504" sldId="315"/>
            <ac:picMk id="19" creationId="{13A3FD7D-101A-07F8-99B8-71A2F5C05D9B}"/>
          </ac:picMkLst>
        </pc:picChg>
        <pc:picChg chg="add mod">
          <ac:chgData name="김태영" userId="8443cd8f-b258-4c7c-bbdd-a870d3924868" providerId="ADAL" clId="{89683857-5B12-41AD-BAEB-70B6EA3880EB}" dt="2023-03-20T14:08:24.163" v="1258" actId="164"/>
          <ac:picMkLst>
            <pc:docMk/>
            <pc:sldMk cId="3372196504" sldId="315"/>
            <ac:picMk id="24" creationId="{969431DE-FE15-2A42-DD89-F8F8EF77A2DE}"/>
          </ac:picMkLst>
        </pc:picChg>
      </pc:sldChg>
      <pc:sldChg chg="delSp add del mod delAnim modNotesTx">
        <pc:chgData name="김태영" userId="8443cd8f-b258-4c7c-bbdd-a870d3924868" providerId="ADAL" clId="{89683857-5B12-41AD-BAEB-70B6EA3880EB}" dt="2023-03-20T16:28:19.117" v="4192" actId="47"/>
        <pc:sldMkLst>
          <pc:docMk/>
          <pc:sldMk cId="4202975913" sldId="316"/>
        </pc:sldMkLst>
        <pc:spChg chg="del">
          <ac:chgData name="김태영" userId="8443cd8f-b258-4c7c-bbdd-a870d3924868" providerId="ADAL" clId="{89683857-5B12-41AD-BAEB-70B6EA3880EB}" dt="2023-03-20T16:04:51.728" v="3751" actId="478"/>
          <ac:spMkLst>
            <pc:docMk/>
            <pc:sldMk cId="4202975913" sldId="316"/>
            <ac:spMk id="6" creationId="{A8292BC5-5B80-F8DF-5E50-AEF9E639EA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C1B97-C0B2-45D3-97E9-346B2BC3BFA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53733-EE7F-47FC-81F2-77F2EDED7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07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46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781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135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621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i="0">
              <a:solidFill>
                <a:srgbClr val="11181C"/>
              </a:solidFill>
              <a:effectLst/>
              <a:latin typeface="Pretendard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1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3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481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65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50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0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37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31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945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266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47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726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69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92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34893-A20A-408A-9CB1-0AD8F6F74086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0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A588-9C57-435C-8FC5-7A8C29E4CC78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1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D063-727A-47F1-9E0F-AB205DAA342A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4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CC74-F6C7-487A-AB37-8101D1AF3C21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89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B68A4-8AF8-4297-BFB1-D6E880DD5A9E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41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AFFA-3563-4BBC-8646-38B626872799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98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80E6-8804-453D-86E5-5E08E4AA6BD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3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166B8-0CCE-42A3-ABC6-5586A4334C4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80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09C9-1486-4F36-9DE6-5C71EEEB1236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93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ABD-A500-4C89-9485-62FEB3EA82DF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67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1A45-3FA4-400C-901E-D234D1941900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6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D8126-94CD-439D-BCED-E5E0A329F472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9D22A-2871-4B35-A29F-2AC54501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7B222-3617-473B-F59D-1EC58309C552}"/>
              </a:ext>
            </a:extLst>
          </p:cNvPr>
          <p:cNvSpPr txBox="1"/>
          <p:nvPr/>
        </p:nvSpPr>
        <p:spPr>
          <a:xfrm>
            <a:off x="3027266" y="3606357"/>
            <a:ext cx="6137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Bahnschrift" panose="020B0502040204020203" pitchFamily="34" charset="0"/>
              </a:rPr>
              <a:t>2026 Summer Book Seminar</a:t>
            </a:r>
          </a:p>
          <a:p>
            <a:pPr algn="ctr"/>
            <a:endParaRPr lang="en-US" altLang="ko-KR">
              <a:latin typeface="Bahnschrift" panose="020B0502040204020203" pitchFamily="34" charset="0"/>
            </a:endParaRPr>
          </a:p>
          <a:p>
            <a:pPr algn="ctr"/>
            <a:r>
              <a:rPr lang="en-US" altLang="ko-KR">
                <a:latin typeface="Bahnschrift" panose="020B0502040204020203" pitchFamily="34" charset="0"/>
              </a:rPr>
              <a:t>2026/08/27</a:t>
            </a:r>
          </a:p>
          <a:p>
            <a:pPr algn="ctr"/>
            <a:r>
              <a:rPr lang="en-US" altLang="ko-KR">
                <a:latin typeface="Bahnschrift" panose="020B0502040204020203" pitchFamily="34" charset="0"/>
              </a:rPr>
              <a:t>Taeyoung Kim</a:t>
            </a:r>
            <a:endParaRPr lang="ko-KR" altLang="en-US"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261A1-0721-78F4-6E62-5F16DD8EEE08}"/>
              </a:ext>
            </a:extLst>
          </p:cNvPr>
          <p:cNvSpPr txBox="1"/>
          <p:nvPr/>
        </p:nvSpPr>
        <p:spPr>
          <a:xfrm>
            <a:off x="1342569" y="2420647"/>
            <a:ext cx="9506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>
                <a:latin typeface="Bahnschrift SemiBold" panose="020B0502040204020203" pitchFamily="34" charset="0"/>
              </a:rPr>
              <a:t>Agent Red-Teaming in the Wild</a:t>
            </a:r>
          </a:p>
        </p:txBody>
      </p:sp>
    </p:spTree>
    <p:extLst>
      <p:ext uri="{BB962C8B-B14F-4D97-AF65-F5344CB8AC3E}">
        <p14:creationId xmlns:p14="http://schemas.microsoft.com/office/powerpoint/2010/main" val="171826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RoadMap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27B7E029-97D3-DA34-B543-C1422A4B7D35}"/>
              </a:ext>
            </a:extLst>
          </p:cNvPr>
          <p:cNvSpPr/>
          <p:nvPr/>
        </p:nvSpPr>
        <p:spPr>
          <a:xfrm>
            <a:off x="502919" y="1329397"/>
            <a:ext cx="10090052" cy="4199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1. Why agents change the threat model</a:t>
            </a:r>
            <a:endParaRPr lang="en-US" sz="20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2. Where the attack surface came from — indirect prompt injection (AISec'23)</a:t>
            </a:r>
            <a:endParaRPr lang="en-US" sz="20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3. 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How to measure 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it — AgentDojo (NeurIPS'24)</a:t>
            </a:r>
            <a:endParaRPr lang="en-US" sz="20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4. Why measurement is hard — adaptive attacks (NAACL'25)</a:t>
            </a:r>
            <a:endParaRPr lang="en-US" sz="20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5. Red-teaming "in the wild" — the UK AISI x Gray Swan 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competition (NeurIPS’2025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)</a:t>
            </a:r>
            <a:endParaRPr lang="en-US" sz="20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6. One direction for defense — CaMeL / security by design (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2025)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70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What changes when an LLM becomes an agent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04FB013-5DCF-65A8-D0F6-D9BF5470D389}"/>
              </a:ext>
            </a:extLst>
          </p:cNvPr>
          <p:cNvGrpSpPr/>
          <p:nvPr/>
        </p:nvGrpSpPr>
        <p:grpSpPr>
          <a:xfrm>
            <a:off x="1026390" y="1513345"/>
            <a:ext cx="1356362" cy="584775"/>
            <a:chOff x="853440" y="1994475"/>
            <a:chExt cx="1005841" cy="548640"/>
          </a:xfrm>
        </p:grpSpPr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7CBFAB6A-D52E-C032-8829-6B65BB8EFD25}"/>
                </a:ext>
              </a:extLst>
            </p:cNvPr>
            <p:cNvSpPr/>
            <p:nvPr/>
          </p:nvSpPr>
          <p:spPr>
            <a:xfrm>
              <a:off x="853441" y="1994475"/>
              <a:ext cx="1005840" cy="5486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200">
                <a:latin typeface="Bahnschrift" panose="020B0502040204020203" pitchFamily="34" charset="0"/>
              </a:endParaRPr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86C64195-2854-696D-67E5-7407B26ABF16}"/>
                </a:ext>
              </a:extLst>
            </p:cNvPr>
            <p:cNvSpPr/>
            <p:nvPr/>
          </p:nvSpPr>
          <p:spPr>
            <a:xfrm>
              <a:off x="853440" y="1994475"/>
              <a:ext cx="1005840" cy="5486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>
                  <a:solidFill>
                    <a:srgbClr val="000000"/>
                  </a:solidFill>
                </a:rPr>
                <a:t>User</a:t>
              </a:r>
              <a:endParaRPr lang="en-US" dirty="0"/>
            </a:p>
          </p:txBody>
        </p:sp>
      </p:grpSp>
      <p:sp>
        <p:nvSpPr>
          <p:cNvPr id="29" name="Shape 3">
            <a:extLst>
              <a:ext uri="{FF2B5EF4-FFF2-40B4-BE49-F238E27FC236}">
                <a16:creationId xmlns:a16="http://schemas.microsoft.com/office/drawing/2014/main" id="{D012C6C3-8531-8944-9998-490701CE0568}"/>
              </a:ext>
            </a:extLst>
          </p:cNvPr>
          <p:cNvSpPr/>
          <p:nvPr/>
        </p:nvSpPr>
        <p:spPr>
          <a:xfrm>
            <a:off x="2611352" y="1718423"/>
            <a:ext cx="457200" cy="219456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7951273-8CF6-8EFD-208F-281470B0010B}"/>
              </a:ext>
            </a:extLst>
          </p:cNvPr>
          <p:cNvGrpSpPr/>
          <p:nvPr/>
        </p:nvGrpSpPr>
        <p:grpSpPr>
          <a:xfrm>
            <a:off x="3278645" y="1536205"/>
            <a:ext cx="1356360" cy="584775"/>
            <a:chOff x="2499360" y="1994475"/>
            <a:chExt cx="1005840" cy="54864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893DF6B5-DDFB-EFEA-98B0-4EAA4A4C559C}"/>
                </a:ext>
              </a:extLst>
            </p:cNvPr>
            <p:cNvSpPr/>
            <p:nvPr/>
          </p:nvSpPr>
          <p:spPr>
            <a:xfrm>
              <a:off x="2499360" y="1994475"/>
              <a:ext cx="1005840" cy="5486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3200">
                <a:latin typeface="Bahnschrift" panose="020B0502040204020203" pitchFamily="34" charset="0"/>
              </a:endParaRPr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DBEC06A7-B377-D06D-E816-81BF6DAEA94B}"/>
                </a:ext>
              </a:extLst>
            </p:cNvPr>
            <p:cNvSpPr/>
            <p:nvPr/>
          </p:nvSpPr>
          <p:spPr>
            <a:xfrm>
              <a:off x="2499360" y="1994475"/>
              <a:ext cx="1005840" cy="54864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</a:rPr>
                <a:t>LLM</a:t>
              </a:r>
              <a:endParaRPr lang="en-US" dirty="0"/>
            </a:p>
          </p:txBody>
        </p:sp>
      </p:grpSp>
      <p:sp>
        <p:nvSpPr>
          <p:cNvPr id="32" name="Text 6">
            <a:extLst>
              <a:ext uri="{FF2B5EF4-FFF2-40B4-BE49-F238E27FC236}">
                <a16:creationId xmlns:a16="http://schemas.microsoft.com/office/drawing/2014/main" id="{2A4B6109-1F5B-B65A-D304-CC2ED3AC959E}"/>
              </a:ext>
            </a:extLst>
          </p:cNvPr>
          <p:cNvSpPr/>
          <p:nvPr/>
        </p:nvSpPr>
        <p:spPr>
          <a:xfrm>
            <a:off x="996638" y="2235347"/>
            <a:ext cx="8624388" cy="654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0000"/>
                </a:solidFill>
                <a:latin typeface="Bahnschrift Light" panose="020B0502040204020203" pitchFamily="34" charset="0"/>
              </a:rPr>
              <a:t>Chatbot setting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b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attacker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= 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the user; the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harm is the text that comes out</a:t>
            </a:r>
            <a:endParaRPr lang="en-US" dirty="0">
              <a:latin typeface="Bahnschrift Light" panose="020B0502040204020203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6066B51-B6FE-2283-95EB-8467011E7718}"/>
              </a:ext>
            </a:extLst>
          </p:cNvPr>
          <p:cNvGrpSpPr/>
          <p:nvPr/>
        </p:nvGrpSpPr>
        <p:grpSpPr>
          <a:xfrm>
            <a:off x="996638" y="3647807"/>
            <a:ext cx="8985562" cy="2004330"/>
            <a:chOff x="996638" y="3647807"/>
            <a:chExt cx="8985562" cy="2004330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A09620A-7008-4E69-D2AD-BA4BFBFECDA6}"/>
                </a:ext>
              </a:extLst>
            </p:cNvPr>
            <p:cNvGrpSpPr/>
            <p:nvPr/>
          </p:nvGrpSpPr>
          <p:grpSpPr>
            <a:xfrm>
              <a:off x="1056872" y="3693527"/>
              <a:ext cx="1325880" cy="548640"/>
              <a:chOff x="853440" y="3457515"/>
              <a:chExt cx="1005840" cy="548640"/>
            </a:xfrm>
          </p:grpSpPr>
          <p:sp>
            <p:nvSpPr>
              <p:cNvPr id="33" name="Shape 7">
                <a:extLst>
                  <a:ext uri="{FF2B5EF4-FFF2-40B4-BE49-F238E27FC236}">
                    <a16:creationId xmlns:a16="http://schemas.microsoft.com/office/drawing/2014/main" id="{F2A54688-C6AB-1DE6-42AE-322E457DE220}"/>
                  </a:ext>
                </a:extLst>
              </p:cNvPr>
              <p:cNvSpPr/>
              <p:nvPr/>
            </p:nvSpPr>
            <p:spPr>
              <a:xfrm>
                <a:off x="853440" y="3457515"/>
                <a:ext cx="1005840" cy="54864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 sz="3200">
                  <a:solidFill>
                    <a:schemeClr val="lt1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34" name="Text 8">
                <a:extLst>
                  <a:ext uri="{FF2B5EF4-FFF2-40B4-BE49-F238E27FC236}">
                    <a16:creationId xmlns:a16="http://schemas.microsoft.com/office/drawing/2014/main" id="{7CBA8FC7-5126-D7FB-76BB-324AF7475DC8}"/>
                  </a:ext>
                </a:extLst>
              </p:cNvPr>
              <p:cNvSpPr/>
              <p:nvPr/>
            </p:nvSpPr>
            <p:spPr>
              <a:xfrm>
                <a:off x="853440" y="3457515"/>
                <a:ext cx="1005840" cy="54864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User</a:t>
                </a:r>
                <a:endParaRPr lang="en-US" dirty="0"/>
              </a:p>
            </p:txBody>
          </p:sp>
        </p:grpSp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392F0A00-AA8D-EC38-2E3A-D96E3EEDB9CD}"/>
                </a:ext>
              </a:extLst>
            </p:cNvPr>
            <p:cNvSpPr/>
            <p:nvPr/>
          </p:nvSpPr>
          <p:spPr>
            <a:xfrm>
              <a:off x="2576985" y="3858119"/>
              <a:ext cx="457200" cy="219456"/>
            </a:xfrm>
            <a:prstGeom prst="rightArrow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60D04C06-33C5-1F19-60C8-42A4080F7F9E}"/>
                </a:ext>
              </a:extLst>
            </p:cNvPr>
            <p:cNvGrpSpPr/>
            <p:nvPr/>
          </p:nvGrpSpPr>
          <p:grpSpPr>
            <a:xfrm>
              <a:off x="3228418" y="3647807"/>
              <a:ext cx="1687484" cy="640080"/>
              <a:chOff x="2499360" y="3411795"/>
              <a:chExt cx="1280160" cy="640080"/>
            </a:xfrm>
          </p:grpSpPr>
          <p:sp>
            <p:nvSpPr>
              <p:cNvPr id="36" name="Shape 10">
                <a:extLst>
                  <a:ext uri="{FF2B5EF4-FFF2-40B4-BE49-F238E27FC236}">
                    <a16:creationId xmlns:a16="http://schemas.microsoft.com/office/drawing/2014/main" id="{9FD0A403-973E-DDE9-2D57-F1D8A54F0C4E}"/>
                  </a:ext>
                </a:extLst>
              </p:cNvPr>
              <p:cNvSpPr/>
              <p:nvPr/>
            </p:nvSpPr>
            <p:spPr>
              <a:xfrm>
                <a:off x="2499360" y="3411795"/>
                <a:ext cx="1280160" cy="6400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 sz="3200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Text 11">
                <a:extLst>
                  <a:ext uri="{FF2B5EF4-FFF2-40B4-BE49-F238E27FC236}">
                    <a16:creationId xmlns:a16="http://schemas.microsoft.com/office/drawing/2014/main" id="{AF402498-4B26-F99D-357D-FD74158F6866}"/>
                  </a:ext>
                </a:extLst>
              </p:cNvPr>
              <p:cNvSpPr/>
              <p:nvPr/>
            </p:nvSpPr>
            <p:spPr>
              <a:xfrm>
                <a:off x="2499360" y="3411795"/>
                <a:ext cx="1280160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LLM Agent</a:t>
                </a:r>
                <a:endParaRPr lang="en-US" dirty="0">
                  <a:latin typeface="Bahnschrif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(planner)</a:t>
                </a:r>
                <a:endParaRPr lang="en-US" dirty="0"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38" name="Shape 12">
              <a:extLst>
                <a:ext uri="{FF2B5EF4-FFF2-40B4-BE49-F238E27FC236}">
                  <a16:creationId xmlns:a16="http://schemas.microsoft.com/office/drawing/2014/main" id="{CFC82509-3039-4C00-285A-9FF02B934AE6}"/>
                </a:ext>
              </a:extLst>
            </p:cNvPr>
            <p:cNvSpPr/>
            <p:nvPr/>
          </p:nvSpPr>
          <p:spPr>
            <a:xfrm>
              <a:off x="5110135" y="3858119"/>
              <a:ext cx="457200" cy="219456"/>
            </a:xfrm>
            <a:prstGeom prst="rightArrow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41" name="Shape 15">
              <a:extLst>
                <a:ext uri="{FF2B5EF4-FFF2-40B4-BE49-F238E27FC236}">
                  <a16:creationId xmlns:a16="http://schemas.microsoft.com/office/drawing/2014/main" id="{3C4B9FE2-E7C9-3DA8-D4F0-D79048B29CDF}"/>
                </a:ext>
              </a:extLst>
            </p:cNvPr>
            <p:cNvSpPr/>
            <p:nvPr/>
          </p:nvSpPr>
          <p:spPr>
            <a:xfrm>
              <a:off x="7763819" y="3858119"/>
              <a:ext cx="457200" cy="219456"/>
            </a:xfrm>
            <a:prstGeom prst="rightArrow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DEF0BF8-278C-BD98-FA24-72DE015971F9}"/>
                </a:ext>
              </a:extLst>
            </p:cNvPr>
            <p:cNvGrpSpPr/>
            <p:nvPr/>
          </p:nvGrpSpPr>
          <p:grpSpPr>
            <a:xfrm>
              <a:off x="8415251" y="3665012"/>
              <a:ext cx="1566949" cy="640080"/>
              <a:chOff x="6431280" y="3411795"/>
              <a:chExt cx="1188720" cy="640080"/>
            </a:xfrm>
          </p:grpSpPr>
          <p:sp>
            <p:nvSpPr>
              <p:cNvPr id="42" name="Shape 16">
                <a:extLst>
                  <a:ext uri="{FF2B5EF4-FFF2-40B4-BE49-F238E27FC236}">
                    <a16:creationId xmlns:a16="http://schemas.microsoft.com/office/drawing/2014/main" id="{0160F547-12BE-092B-A536-375308474D9D}"/>
                  </a:ext>
                </a:extLst>
              </p:cNvPr>
              <p:cNvSpPr/>
              <p:nvPr/>
            </p:nvSpPr>
            <p:spPr>
              <a:xfrm>
                <a:off x="6431280" y="3411795"/>
                <a:ext cx="1188720" cy="64008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 sz="3200">
                  <a:solidFill>
                    <a:schemeClr val="lt1"/>
                  </a:solidFill>
                </a:endParaRPr>
              </a:p>
            </p:txBody>
          </p:sp>
          <p:sp>
            <p:nvSpPr>
              <p:cNvPr id="43" name="Text 17">
                <a:extLst>
                  <a:ext uri="{FF2B5EF4-FFF2-40B4-BE49-F238E27FC236}">
                    <a16:creationId xmlns:a16="http://schemas.microsoft.com/office/drawing/2014/main" id="{DD1EA3E6-116E-EB5F-E29E-B986FEB9E455}"/>
                  </a:ext>
                </a:extLst>
              </p:cNvPr>
              <p:cNvSpPr/>
              <p:nvPr/>
            </p:nvSpPr>
            <p:spPr>
              <a:xfrm>
                <a:off x="6431280" y="3411795"/>
                <a:ext cx="1188720" cy="64008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Real-world</a:t>
                </a:r>
                <a:endParaRPr lang="en-US" dirty="0">
                  <a:latin typeface="Bahnschrif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action</a:t>
                </a:r>
                <a:endParaRPr lang="en-US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02D2233B-06A0-F008-CA89-97810F52E8E4}"/>
                </a:ext>
              </a:extLst>
            </p:cNvPr>
            <p:cNvGrpSpPr/>
            <p:nvPr/>
          </p:nvGrpSpPr>
          <p:grpSpPr>
            <a:xfrm>
              <a:off x="5044632" y="4594631"/>
              <a:ext cx="3441738" cy="640080"/>
              <a:chOff x="4145280" y="4371915"/>
              <a:chExt cx="1920240" cy="640080"/>
            </a:xfrm>
          </p:grpSpPr>
          <p:sp>
            <p:nvSpPr>
              <p:cNvPr id="44" name="Shape 18">
                <a:extLst>
                  <a:ext uri="{FF2B5EF4-FFF2-40B4-BE49-F238E27FC236}">
                    <a16:creationId xmlns:a16="http://schemas.microsoft.com/office/drawing/2014/main" id="{B5E4E699-27BA-88FD-969A-2FE66AD3FD9D}"/>
                  </a:ext>
                </a:extLst>
              </p:cNvPr>
              <p:cNvSpPr/>
              <p:nvPr/>
            </p:nvSpPr>
            <p:spPr>
              <a:xfrm>
                <a:off x="4145280" y="4371915"/>
                <a:ext cx="1920240" cy="6400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4000"/>
              </a:p>
            </p:txBody>
          </p:sp>
          <p:sp>
            <p:nvSpPr>
              <p:cNvPr id="45" name="Text 19">
                <a:extLst>
                  <a:ext uri="{FF2B5EF4-FFF2-40B4-BE49-F238E27FC236}">
                    <a16:creationId xmlns:a16="http://schemas.microsoft.com/office/drawing/2014/main" id="{5EFAF72D-EEB0-9B08-4EE5-DFEA3C625EFC}"/>
                  </a:ext>
                </a:extLst>
              </p:cNvPr>
              <p:cNvSpPr/>
              <p:nvPr/>
            </p:nvSpPr>
            <p:spPr>
              <a:xfrm>
                <a:off x="4145280" y="4371915"/>
                <a:ext cx="1920240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Bahnschrift Light" panose="020B0502040204020203" pitchFamily="34" charset="0"/>
                  </a:rPr>
                  <a:t>Untrusted data</a:t>
                </a:r>
                <a:endParaRPr lang="en-US" sz="1600" dirty="0">
                  <a:latin typeface="Bahnschrift Ligh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Bahnschrift Light" panose="020B0502040204020203" pitchFamily="34" charset="0"/>
                  </a:rPr>
                  <a:t>(email, web page, PDF, log, image)</a:t>
                </a:r>
                <a:endParaRPr lang="en-US" sz="1600" dirty="0">
                  <a:latin typeface="Bahnschrift Light" panose="020B0502040204020203" pitchFamily="34" charset="0"/>
                </a:endParaRP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9047141-6692-0892-AD14-80A827ADC822}"/>
                </a:ext>
              </a:extLst>
            </p:cNvPr>
            <p:cNvGrpSpPr/>
            <p:nvPr/>
          </p:nvGrpSpPr>
          <p:grpSpPr>
            <a:xfrm>
              <a:off x="5761568" y="3647807"/>
              <a:ext cx="1808018" cy="960120"/>
              <a:chOff x="4419600" y="3411795"/>
              <a:chExt cx="1371600" cy="960120"/>
            </a:xfrm>
          </p:grpSpPr>
          <p:sp>
            <p:nvSpPr>
              <p:cNvPr id="39" name="Shape 13">
                <a:extLst>
                  <a:ext uri="{FF2B5EF4-FFF2-40B4-BE49-F238E27FC236}">
                    <a16:creationId xmlns:a16="http://schemas.microsoft.com/office/drawing/2014/main" id="{53AFE81F-5DE9-BBD1-420B-1C6EFDB7C4CA}"/>
                  </a:ext>
                </a:extLst>
              </p:cNvPr>
              <p:cNvSpPr/>
              <p:nvPr/>
            </p:nvSpPr>
            <p:spPr>
              <a:xfrm>
                <a:off x="4419600" y="3411795"/>
                <a:ext cx="1371600" cy="64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 sz="3200">
                  <a:solidFill>
                    <a:schemeClr val="lt1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40" name="Text 14">
                <a:extLst>
                  <a:ext uri="{FF2B5EF4-FFF2-40B4-BE49-F238E27FC236}">
                    <a16:creationId xmlns:a16="http://schemas.microsoft.com/office/drawing/2014/main" id="{EC1061A0-9AAC-2775-E15F-C53D562FCF2A}"/>
                  </a:ext>
                </a:extLst>
              </p:cNvPr>
              <p:cNvSpPr/>
              <p:nvPr/>
            </p:nvSpPr>
            <p:spPr>
              <a:xfrm>
                <a:off x="4419600" y="3411795"/>
                <a:ext cx="1371600" cy="6400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Tools / APIs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Memory / Web</a:t>
                </a:r>
                <a:endParaRPr lang="en-US" dirty="0"/>
              </a:p>
            </p:txBody>
          </p:sp>
          <p:sp>
            <p:nvSpPr>
              <p:cNvPr id="46" name="Shape 20">
                <a:extLst>
                  <a:ext uri="{FF2B5EF4-FFF2-40B4-BE49-F238E27FC236}">
                    <a16:creationId xmlns:a16="http://schemas.microsoft.com/office/drawing/2014/main" id="{BA89C906-3377-B198-5AAE-364C7DD7F6EC}"/>
                  </a:ext>
                </a:extLst>
              </p:cNvPr>
              <p:cNvSpPr/>
              <p:nvPr/>
            </p:nvSpPr>
            <p:spPr>
              <a:xfrm>
                <a:off x="5105400" y="4051875"/>
                <a:ext cx="0" cy="3200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headEnd type="triangle"/>
              </a:ln>
            </p:spPr>
            <p:txBody>
              <a:bodyPr/>
              <a:lstStyle/>
              <a:p>
                <a:endParaRPr lang="ko-KR" altLang="en-US" sz="3200"/>
              </a:p>
            </p:txBody>
          </p:sp>
        </p:grp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CB386BBE-2EEC-ABB0-EFE9-B217B254D725}"/>
                </a:ext>
              </a:extLst>
            </p:cNvPr>
            <p:cNvSpPr/>
            <p:nvPr/>
          </p:nvSpPr>
          <p:spPr>
            <a:xfrm>
              <a:off x="996638" y="5012057"/>
              <a:ext cx="68580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b="1" dirty="0">
                  <a:solidFill>
                    <a:srgbClr val="000000"/>
                  </a:solidFill>
                  <a:latin typeface="Bahnschrift Light" panose="020B0502040204020203" pitchFamily="34" charset="0"/>
                </a:rPr>
                <a:t>Agent setting</a:t>
              </a:r>
              <a:r>
                <a:rPr lang="en-US" b="1">
                  <a:solidFill>
                    <a:srgbClr val="000000"/>
                  </a:solidFill>
                  <a:latin typeface="Bahnschrift Light" panose="020B0502040204020203" pitchFamily="34" charset="0"/>
                </a:rPr>
                <a:t>: </a:t>
              </a:r>
              <a:br>
                <a:rPr lang="en-US" b="1">
                  <a:solidFill>
                    <a:srgbClr val="000000"/>
                  </a:solidFill>
                  <a:latin typeface="Bahnschrift Light" panose="020B0502040204020203" pitchFamily="34" charset="0"/>
                </a:rPr>
              </a:br>
              <a:r>
                <a:rPr lang="en-US">
                  <a:solidFill>
                    <a:srgbClr val="000000"/>
                  </a:solidFill>
                  <a:latin typeface="Bahnschrift Light" panose="020B0502040204020203" pitchFamily="34" charset="0"/>
                </a:rPr>
                <a:t>attacker </a:t>
              </a:r>
              <a:r>
                <a:rPr lang="en-US" dirty="0">
                  <a:solidFill>
                    <a:srgbClr val="000000"/>
                  </a:solidFill>
                  <a:latin typeface="Bahnschrift Light" panose="020B0502040204020203" pitchFamily="34" charset="0"/>
                </a:rPr>
                <a:t>can sit inside the data, and the harm is </a:t>
              </a:r>
              <a:r>
                <a:rPr lang="en-US">
                  <a:solidFill>
                    <a:srgbClr val="000000"/>
                  </a:solidFill>
                  <a:latin typeface="Bahnschrift Light" panose="020B0502040204020203" pitchFamily="34" charset="0"/>
                </a:rPr>
                <a:t>an action</a:t>
              </a:r>
              <a:endParaRPr lang="en-US" dirty="0">
                <a:solidFill>
                  <a:srgbClr val="000000"/>
                </a:solidFill>
                <a:latin typeface="Bahnschrift Light" panose="020B0502040204020203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EE41892-1B9E-E92D-4478-C5478E2BC4E0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2. Where the attack surface came from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4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Indirect prompt injection</a:t>
            </a:r>
            <a:endParaRPr lang="en-US" altLang="ko-KR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"Not What You've Signed Up For: Compromising Real-World LLM-Integrated Applications with Indirect Prompt Injection," AISec (2023)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4AA5AC-F3A1-E466-341C-544B54816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696604"/>
            <a:ext cx="4920349" cy="39754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B0F19-AD70-27F0-E91E-5115B54D0BAD}"/>
              </a:ext>
            </a:extLst>
          </p:cNvPr>
          <p:cNvSpPr txBox="1"/>
          <p:nvPr/>
        </p:nvSpPr>
        <p:spPr>
          <a:xfrm>
            <a:off x="5656581" y="1762281"/>
            <a:ext cx="6096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rgbClr val="000000"/>
                </a:solidFill>
                <a:latin typeface="Bahnschrift Light" panose="020B0502040204020203" pitchFamily="34" charset="0"/>
              </a:rPr>
              <a:t>Greshake et al. framed the core observation: </a:t>
            </a:r>
            <a:br>
              <a:rPr lang="en-US" altLang="ko-KR" sz="18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1800" i="1">
                <a:solidFill>
                  <a:srgbClr val="000000"/>
                </a:solidFill>
                <a:latin typeface="Bahnschrift Light" panose="020B0502040204020203" pitchFamily="34" charset="0"/>
              </a:rPr>
              <a:t>once an LLM retrieves external data, </a:t>
            </a:r>
            <a:br>
              <a:rPr lang="en-US" altLang="ko-KR" sz="1800" i="1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1800" i="1">
                <a:solidFill>
                  <a:srgbClr val="000000"/>
                </a:solidFill>
                <a:latin typeface="Bahnschrift Light" panose="020B0502040204020203" pitchFamily="34" charset="0"/>
              </a:rPr>
              <a:t>the line between data and instructions disappears</a:t>
            </a:r>
            <a:endParaRPr lang="en-US" altLang="ko-KR" sz="1800" i="1">
              <a:latin typeface="Bahnschrift Light" panose="020B0502040204020203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P</a:t>
            </a:r>
            <a:r>
              <a:rPr lang="en-US" altLang="ko-KR" sz="1800">
                <a:solidFill>
                  <a:srgbClr val="000000"/>
                </a:solidFill>
                <a:latin typeface="Bahnschrift Light" panose="020B0502040204020203" pitchFamily="34" charset="0"/>
              </a:rPr>
              <a:t>rocessing untrusted retrieved data is like executing arbitrary code</a:t>
            </a:r>
            <a:endParaRPr lang="en-US" altLang="ko-KR" sz="1800">
              <a:latin typeface="Bahnschrift Light" panose="020B0502040204020203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rgbClr val="000000"/>
                </a:solidFill>
                <a:latin typeface="Bahnschrift Light" panose="020B0502040204020203" pitchFamily="34" charset="0"/>
              </a:rPr>
              <a:t>Attacker assumption is unusually weak</a:t>
            </a:r>
            <a:endParaRPr lang="en-US" altLang="ko-KR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Only the ability to remotely poison content the model may read at inference time</a:t>
            </a:r>
            <a:endParaRPr lang="en-US" altLang="ko-KR">
              <a:latin typeface="Bahnschrift Light" panose="020B0502040204020203" pitchFamily="34" charset="0"/>
            </a:endParaRPr>
          </a:p>
          <a:p>
            <a: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altLang="ko-KR" sz="1800">
                <a:solidFill>
                  <a:srgbClr val="000000"/>
                </a:solidFill>
                <a:latin typeface="Bahnschrift Light" panose="020B0502040204020203" pitchFamily="34" charset="0"/>
              </a:rPr>
              <a:t>No surrogate model, no white-box access, no gradient</a:t>
            </a:r>
            <a:endParaRPr lang="en-US" altLang="ko-KR" sz="1800" dirty="0">
              <a:latin typeface="Bahnschrift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D92EF-E929-F6D0-07F8-09EDCB3B9C4E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2. Where the attack surface came from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2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A taxonomy of how injections get delivered</a:t>
            </a:r>
            <a:endParaRPr lang="en-US" altLang="ko-KR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"Not What You've Signed Up For: Compromising Real-World LLM-Integrated Applications with Indirect Prompt Injection," AISec (2023)</a:t>
            </a:r>
            <a:endParaRPr 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107CD7-B38C-25BF-363E-4CD37AE75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30" y="1534035"/>
            <a:ext cx="10001031" cy="4486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2. Where the attack surface came from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826C6B-84A3-7F6C-B476-79F3ED04F2CC}"/>
              </a:ext>
            </a:extLst>
          </p:cNvPr>
          <p:cNvGrpSpPr/>
          <p:nvPr/>
        </p:nvGrpSpPr>
        <p:grpSpPr>
          <a:xfrm>
            <a:off x="5598746" y="1767774"/>
            <a:ext cx="6209170" cy="4127773"/>
            <a:chOff x="5598746" y="1767774"/>
            <a:chExt cx="6209170" cy="412777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EEC3355-BC36-254C-41C2-28BF51ADB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3941" y="1767774"/>
              <a:ext cx="4013975" cy="4127773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6AB9B5B-7335-20AA-149E-B8CF0757A3E9}"/>
                </a:ext>
              </a:extLst>
            </p:cNvPr>
            <p:cNvSpPr/>
            <p:nvPr/>
          </p:nvSpPr>
          <p:spPr>
            <a:xfrm>
              <a:off x="5598746" y="4260891"/>
              <a:ext cx="1816100" cy="14859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1FA81F42-4877-AB18-9347-52F9C856A159}"/>
                </a:ext>
              </a:extLst>
            </p:cNvPr>
            <p:cNvCxnSpPr>
              <a:cxnSpLocks/>
              <a:stCxn id="16" idx="3"/>
              <a:endCxn id="15" idx="1"/>
            </p:cNvCxnSpPr>
            <p:nvPr/>
          </p:nvCxnSpPr>
          <p:spPr>
            <a:xfrm flipV="1">
              <a:off x="7414846" y="3831661"/>
              <a:ext cx="379095" cy="1172180"/>
            </a:xfrm>
            <a:prstGeom prst="curvedConnector3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96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AgentDojo</a:t>
            </a:r>
            <a:endParaRPr lang="en-US" altLang="ko-KR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"AgentDojo: A Dynamic Environment to Evaluate Prompt Injection Attacks and Defenses for LLM Agents," NeurIPS (2024)</a:t>
            </a:r>
            <a:endParaRPr lang="en-US" altLang="ko-KR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3. How to measure it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E6237-6ED2-4605-090C-6254F9FE200E}"/>
              </a:ext>
            </a:extLst>
          </p:cNvPr>
          <p:cNvSpPr txBox="1"/>
          <p:nvPr/>
        </p:nvSpPr>
        <p:spPr>
          <a:xfrm>
            <a:off x="198120" y="1303070"/>
            <a:ext cx="117957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1pPr>
            <a:lvl2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2pPr>
          </a:lstStyle>
          <a:p>
            <a:r>
              <a:rPr lang="en-US" altLang="ko-KR"/>
              <a:t>A </a:t>
            </a:r>
            <a:r>
              <a:rPr lang="en-US" altLang="ko-KR" u="sng"/>
              <a:t>stateful</a:t>
            </a:r>
            <a:r>
              <a:rPr lang="en-US" altLang="ko-KR"/>
              <a:t>, tool-calling environment where utility and security are measured together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2FA3ABB-B63E-045B-69E5-2FBD8044E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82" y="1848211"/>
            <a:ext cx="10421035" cy="340190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5C4817C-FB3E-5A39-D892-DA547FBC5176}"/>
              </a:ext>
            </a:extLst>
          </p:cNvPr>
          <p:cNvSpPr txBox="1"/>
          <p:nvPr/>
        </p:nvSpPr>
        <p:spPr>
          <a:xfrm>
            <a:off x="9183914" y="3493780"/>
            <a:ext cx="3051628" cy="954107"/>
          </a:xfrm>
          <a:prstGeom prst="rect">
            <a:avLst/>
          </a:prstGeom>
          <a:solidFill>
            <a:srgbClr val="FFCC66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ko-KR" sz="1400">
                <a:latin typeface="Bahnschrift Light" panose="020B0502040204020203" pitchFamily="34" charset="0"/>
              </a:rPr>
              <a:t>Utility is checked against the actual </a:t>
            </a:r>
            <a:br>
              <a:rPr lang="en-US" altLang="ko-KR" sz="1400">
                <a:latin typeface="Bahnschrift Light" panose="020B0502040204020203" pitchFamily="34" charset="0"/>
              </a:rPr>
            </a:br>
            <a:r>
              <a:rPr lang="en-US" altLang="ko-KR" sz="1400">
                <a:latin typeface="Bahnschrift Light" panose="020B0502040204020203" pitchFamily="34" charset="0"/>
              </a:rPr>
              <a:t>environment state,</a:t>
            </a:r>
            <a:br>
              <a:rPr lang="en-US" altLang="ko-KR" sz="1400">
                <a:latin typeface="Bahnschrift Light" panose="020B0502040204020203" pitchFamily="34" charset="0"/>
              </a:rPr>
            </a:br>
            <a:r>
              <a:rPr lang="en-US" altLang="ko-KR" sz="1400">
                <a:latin typeface="Bahnschrift Light" panose="020B0502040204020203" pitchFamily="34" charset="0"/>
              </a:rPr>
              <a:t>not by an LLM judge </a:t>
            </a:r>
            <a:br>
              <a:rPr lang="en-US" altLang="ko-KR" sz="1400">
                <a:latin typeface="Bahnschrift Light" panose="020B0502040204020203" pitchFamily="34" charset="0"/>
              </a:rPr>
            </a:br>
            <a:r>
              <a:rPr lang="en-US" altLang="ko-KR" sz="1400">
                <a:latin typeface="Bahnschrift Light" panose="020B0502040204020203" pitchFamily="34" charset="0"/>
              </a:rPr>
              <a:t>simulating the environment</a:t>
            </a:r>
            <a:endParaRPr lang="ko-KR" altLang="en-US" sz="1400">
              <a:latin typeface="Bahnschrift Ligh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838856-4A0C-FF7F-19B5-27F42F90ADB7}"/>
              </a:ext>
            </a:extLst>
          </p:cNvPr>
          <p:cNvSpPr txBox="1"/>
          <p:nvPr/>
        </p:nvSpPr>
        <p:spPr>
          <a:xfrm>
            <a:off x="1387423" y="5400319"/>
            <a:ext cx="7537996" cy="7232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1pPr>
            <a:lvl2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2pPr>
          </a:lstStyle>
          <a:p>
            <a:pPr>
              <a:spcAft>
                <a:spcPts val="600"/>
              </a:spcAft>
            </a:pPr>
            <a:r>
              <a:rPr lang="en-US" altLang="ko-KR" sz="1800">
                <a:latin typeface="Bahnschrift Light" panose="020B0502040204020203" pitchFamily="34" charset="0"/>
              </a:rPr>
              <a:t>4 environments: Workspace, Slack, Travel, Banking</a:t>
            </a:r>
          </a:p>
          <a:p>
            <a:pPr>
              <a:spcAft>
                <a:spcPts val="600"/>
              </a:spcAft>
            </a:pPr>
            <a:r>
              <a:rPr lang="en-US" altLang="ko-KR"/>
              <a:t>70 tools, 97 user tasks, 27 injection goals, 629 security test cases</a:t>
            </a:r>
            <a:endParaRPr lang="ko-KR" altLang="en-US" sz="1800">
              <a:latin typeface="Bahnschrift Light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94DDB7-440B-98D8-F518-5D91FF3B5E89}"/>
              </a:ext>
            </a:extLst>
          </p:cNvPr>
          <p:cNvSpPr txBox="1"/>
          <p:nvPr/>
        </p:nvSpPr>
        <p:spPr>
          <a:xfrm>
            <a:off x="6469986" y="4859786"/>
            <a:ext cx="2723947" cy="307777"/>
          </a:xfrm>
          <a:prstGeom prst="rect">
            <a:avLst/>
          </a:prstGeom>
          <a:solidFill>
            <a:srgbClr val="FFCC66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ko-KR" sz="1400">
                <a:latin typeface="Bahnschrift Light" panose="020B0502040204020203" pitchFamily="34" charset="0"/>
              </a:rPr>
              <a:t>GPT-4o, Claude 3.5 Sonnet, etc</a:t>
            </a:r>
            <a:endParaRPr lang="ko-KR" altLang="en-US" sz="1400">
              <a:latin typeface="Bahnschrift Light" panose="020B0502040204020203" pitchFamily="34" charset="0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D18943AA-D6A5-6B53-1085-FC49F9739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551" y="2844310"/>
            <a:ext cx="9164329" cy="2619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288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AgentDojo: Metrics</a:t>
            </a:r>
            <a:endParaRPr lang="en-US" altLang="ko-KR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"AgentDojo: A Dynamic Environment to Evaluate Prompt Injection Attacks and Defenses for LLM Agents," NeurIPS (2024)</a:t>
            </a:r>
            <a:endParaRPr lang="en-US" altLang="ko-KR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3. How to measure it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B7386F-CB5C-04A4-0024-88280BF5DBA7}"/>
              </a:ext>
            </a:extLst>
          </p:cNvPr>
          <p:cNvSpPr txBox="1"/>
          <p:nvPr/>
        </p:nvSpPr>
        <p:spPr>
          <a:xfrm>
            <a:off x="656640" y="1759271"/>
            <a:ext cx="9577606" cy="356918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1pPr>
            <a:lvl2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2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2000" b="1"/>
              <a:t>Benign attack</a:t>
            </a:r>
            <a:r>
              <a:rPr lang="en-US" altLang="ko-KR" sz="2000">
                <a:latin typeface="Bahnschrift Light" panose="020B0502040204020203" pitchFamily="34" charset="0"/>
              </a:rPr>
              <a:t>: fraction of user tasks solved with no attack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2000" b="1"/>
              <a:t>Utility under attack</a:t>
            </a:r>
            <a:r>
              <a:rPr lang="en-US" altLang="ko-KR" sz="2000"/>
              <a:t>: task still solved correctly, with no adversarial side effect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2000" b="1">
                <a:latin typeface="Bahnschrift Light" panose="020B0502040204020203" pitchFamily="34" charset="0"/>
              </a:rPr>
              <a:t>Targeted ASR</a:t>
            </a:r>
            <a:r>
              <a:rPr lang="en-US" altLang="ko-KR" sz="2000">
                <a:latin typeface="Bahnschrift Light" panose="020B0502040204020203" pitchFamily="34" charset="0"/>
              </a:rPr>
              <a:t>: fraction of cases where the attacker’s goal is achieved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2000"/>
              <a:t>(At the time 2024) M</a:t>
            </a:r>
            <a:r>
              <a:rPr lang="en-US" altLang="ko-KR" sz="2000">
                <a:solidFill>
                  <a:srgbClr val="000000"/>
                </a:solidFill>
              </a:rPr>
              <a:t>odels solved under ~66% of tasks even benignly; </a:t>
            </a:r>
            <a:br>
              <a:rPr lang="en-US" altLang="ko-KR" sz="2000">
                <a:solidFill>
                  <a:srgbClr val="000000"/>
                </a:solidFill>
              </a:rPr>
            </a:br>
            <a:r>
              <a:rPr lang="en-US" altLang="ko-KR" sz="2000">
                <a:solidFill>
                  <a:srgbClr val="000000"/>
                </a:solidFill>
              </a:rPr>
              <a:t>attacks succeeded on the best agents in under ~</a:t>
            </a:r>
            <a:r>
              <a:rPr lang="en-US" altLang="ko-KR" sz="2000">
                <a:solidFill>
                  <a:srgbClr val="C00000"/>
                </a:solidFill>
              </a:rPr>
              <a:t>25%</a:t>
            </a:r>
            <a:r>
              <a:rPr lang="en-US" altLang="ko-KR" sz="2000">
                <a:solidFill>
                  <a:srgbClr val="000000"/>
                </a:solidFill>
              </a:rPr>
              <a:t> of cases; </a:t>
            </a:r>
            <a:br>
              <a:rPr lang="en-US" altLang="ko-KR" sz="2000">
                <a:solidFill>
                  <a:srgbClr val="000000"/>
                </a:solidFill>
              </a:rPr>
            </a:br>
            <a:r>
              <a:rPr lang="en-US" altLang="ko-KR" sz="2000">
                <a:solidFill>
                  <a:srgbClr val="000000"/>
                </a:solidFill>
              </a:rPr>
              <a:t>adding a secondary injection detector dropped that to ~</a:t>
            </a:r>
            <a:r>
              <a:rPr lang="en-US" altLang="ko-KR" sz="2000">
                <a:solidFill>
                  <a:srgbClr val="C00000"/>
                </a:solidFill>
              </a:rPr>
              <a:t>8%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ko-KR" altLang="en-US" sz="200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8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AgentDojo: defenses</a:t>
            </a:r>
            <a:endParaRPr lang="en-US" altLang="ko-KR" sz="3200" dirty="0">
              <a:latin typeface="Bahnschrift SemiBold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"AgentDojo: A Dynamic Environment to Evaluate Prompt Injection Attacks and Defenses for LLM Agents," NeurIPS (2024)</a:t>
            </a:r>
            <a:endParaRPr lang="en-US" altLang="ko-KR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3. How to measure it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4A0FE88-B80D-E34C-54B7-D62523036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169" y="1217975"/>
            <a:ext cx="7791657" cy="3178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FB32FC-5003-4F4B-2AD4-2EC03970B99C}"/>
              </a:ext>
            </a:extLst>
          </p:cNvPr>
          <p:cNvSpPr txBox="1"/>
          <p:nvPr/>
        </p:nvSpPr>
        <p:spPr>
          <a:xfrm>
            <a:off x="1860500" y="4578921"/>
            <a:ext cx="8470997" cy="14773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1pPr>
            <a:lvl2pPr marL="800100" lvl="1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defRPr>
                <a:solidFill>
                  <a:srgbClr val="000000"/>
                </a:solidFill>
                <a:latin typeface="Bahnschrift Light" panose="020B0502040204020203" pitchFamily="34" charset="0"/>
              </a:defRPr>
            </a:lvl2pPr>
          </a:lstStyle>
          <a:p>
            <a:pPr>
              <a:spcAft>
                <a:spcPts val="600"/>
              </a:spcAft>
            </a:pPr>
            <a:r>
              <a:rPr lang="en-US" altLang="ko-KR" sz="2000" b="1">
                <a:latin typeface="Bahnschrift Light" panose="020B0502040204020203" pitchFamily="34" charset="0"/>
              </a:rPr>
              <a:t>Tool filter: </a:t>
            </a:r>
            <a:r>
              <a:rPr lang="en-US" altLang="ko-KR" sz="2000">
                <a:latin typeface="Bahnschrift Light" panose="020B0502040204020203" pitchFamily="34" charset="0"/>
              </a:rPr>
              <a:t>let the agent pick its tool set before seeing untrusted data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 sz="2000"/>
              <a:t>lowered targeted ASR to ~7.5%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ko-KR" sz="2000"/>
              <a:t>It breaks </a:t>
            </a:r>
            <a:r>
              <a:rPr lang="en-US" altLang="ko-KR" sz="2000" u="sng"/>
              <a:t>when the tool list can’t be planned in advance</a:t>
            </a:r>
            <a:r>
              <a:rPr lang="en-US" altLang="ko-KR" sz="2000"/>
              <a:t>, or </a:t>
            </a:r>
            <a:br>
              <a:rPr lang="en-US" altLang="ko-KR" sz="2000"/>
            </a:br>
            <a:r>
              <a:rPr lang="en-US" altLang="ko-KR" sz="2000" u="sng"/>
              <a:t>when the same tools that solve the task also enable the attack</a:t>
            </a:r>
            <a:endParaRPr lang="ko-KR" altLang="en-US" sz="2000" u="sng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85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But are those defense numbers real?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"Adaptive Attacks Break Defenses Against Indirect Prompt Injection," NAACL Findings (2025)</a:t>
            </a:r>
            <a:endParaRPr lang="en-US" altLang="ko-KR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4. Why measurement is hard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17F59B3-C79B-5525-B55F-81A341BC9350}"/>
              </a:ext>
            </a:extLst>
          </p:cNvPr>
          <p:cNvSpPr/>
          <p:nvPr/>
        </p:nvSpPr>
        <p:spPr>
          <a:xfrm>
            <a:off x="339090" y="1424232"/>
            <a:ext cx="1152539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Standard practice in security: a defense should be evaluated by an attacker who knows the 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defense </a:t>
            </a:r>
            <a:b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1600" i="1">
                <a:solidFill>
                  <a:schemeClr val="bg2">
                    <a:lumMod val="50000"/>
                  </a:schemeClr>
                </a:solidFill>
                <a:latin typeface="Bahnschrift Light" panose="020B0502040204020203" pitchFamily="34" charset="0"/>
              </a:rPr>
              <a:t>(“</a:t>
            </a:r>
            <a:r>
              <a:rPr lang="en-US" altLang="ko-KR" sz="1600" i="1">
                <a:solidFill>
                  <a:schemeClr val="bg2">
                    <a:lumMod val="50000"/>
                  </a:schemeClr>
                </a:solidFill>
              </a:rPr>
              <a:t>Obfuscated Gradients Give a False Sense of Security”, ICML </a:t>
            </a:r>
            <a:r>
              <a:rPr lang="en-US" sz="1600" i="1">
                <a:solidFill>
                  <a:schemeClr val="bg2">
                    <a:lumMod val="50000"/>
                  </a:schemeClr>
                </a:solidFill>
                <a:latin typeface="Bahnschrift Light" panose="020B0502040204020203" pitchFamily="34" charset="0"/>
              </a:rPr>
              <a:t>2018)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Assumes the attacker has white-box access to the agent model, defense models, and detailed prompts</a:t>
            </a:r>
            <a:endParaRPr lang="en-US" dirty="0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Takes 8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published IPI defenses on InjecAgent and build an adaptive attack for each</a:t>
            </a: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Bahnschrift Light" panose="020B0502040204020203" pitchFamily="34" charset="0"/>
              </a:rPr>
              <a:t>Detection-based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fine-tuned detector, LLM-based detector, perplexity filtering</a:t>
            </a: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Bahnschrift Light" panose="020B0502040204020203" pitchFamily="34" charset="0"/>
              </a:rPr>
              <a:t>Input-level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instructional prevention, data prompt isolation, sandwich prevention, paraphrasing</a:t>
            </a: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Bahnschrift Light" panose="020B0502040204020203" pitchFamily="34" charset="0"/>
              </a:rPr>
              <a:t>Model-level</a:t>
            </a:r>
            <a:r>
              <a:rPr lang="en-US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Bahnschrift Light" panose="020B0502040204020203" pitchFamily="34" charset="0"/>
              </a:rPr>
              <a:t>adversarial finetuning</a:t>
            </a:r>
            <a:endParaRPr lang="en-US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08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But are those defense numbers real?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"Adaptive Attacks Break Defenses Against Indirect Prompt Injection," NAACL Findings (2025)</a:t>
            </a:r>
            <a:endParaRPr lang="en-US" altLang="ko-KR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4. Why measurement is hard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60E3F9-A90A-0A43-ACC6-122BE95D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21" y="1296053"/>
            <a:ext cx="10983957" cy="42314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38C52A-868A-0307-3F6C-2006F0AD66AB}"/>
              </a:ext>
            </a:extLst>
          </p:cNvPr>
          <p:cNvSpPr txBox="1"/>
          <p:nvPr/>
        </p:nvSpPr>
        <p:spPr>
          <a:xfrm>
            <a:off x="871559" y="5488042"/>
            <a:ext cx="10703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Every defense tested falls below 50% robustness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Cross-evaluation: the attack trained against a given defense beats other attacks on that defense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4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897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“in</a:t>
            </a:r>
            <a:r>
              <a:rPr lang="ko-KR" altLang="en-US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 </a:t>
            </a: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the</a:t>
            </a:r>
            <a:r>
              <a:rPr lang="ko-KR" altLang="en-US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 </a:t>
            </a: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wild”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91C0A9B-7487-42BB-7BCB-8C02281C4839}"/>
              </a:ext>
            </a:extLst>
          </p:cNvPr>
          <p:cNvGrpSpPr/>
          <p:nvPr/>
        </p:nvGrpSpPr>
        <p:grpSpPr>
          <a:xfrm>
            <a:off x="502919" y="1942311"/>
            <a:ext cx="3063240" cy="748638"/>
            <a:chOff x="838200" y="1608360"/>
            <a:chExt cx="3063240" cy="748638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3B8054FF-7BF0-3BE5-9BA9-E20DF2B65FA5}"/>
                </a:ext>
              </a:extLst>
            </p:cNvPr>
            <p:cNvSpPr/>
            <p:nvPr/>
          </p:nvSpPr>
          <p:spPr>
            <a:xfrm>
              <a:off x="838200" y="1608360"/>
              <a:ext cx="3063240" cy="7486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5400">
                <a:solidFill>
                  <a:schemeClr val="lt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BA1962F3-54A9-FD89-77AD-0FDB234D1241}"/>
                </a:ext>
              </a:extLst>
            </p:cNvPr>
            <p:cNvSpPr/>
            <p:nvPr/>
          </p:nvSpPr>
          <p:spPr>
            <a:xfrm>
              <a:off x="838200" y="1608360"/>
              <a:ext cx="3063240" cy="7486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altLang="ko-KR" sz="2400">
                  <a:solidFill>
                    <a:srgbClr val="000000"/>
                  </a:solidFill>
                  <a:latin typeface="Bahnschrift SemiBold" panose="020B0502040204020203" pitchFamily="34" charset="0"/>
                </a:rPr>
                <a:t>Automated, </a:t>
              </a:r>
              <a:br>
                <a:rPr lang="en-US" altLang="ko-KR" sz="2400">
                  <a:solidFill>
                    <a:srgbClr val="000000"/>
                  </a:solidFill>
                  <a:latin typeface="Bahnschrift SemiBold" panose="020B0502040204020203" pitchFamily="34" charset="0"/>
                </a:rPr>
              </a:br>
              <a:r>
                <a:rPr lang="en-US" altLang="ko-KR" sz="2400">
                  <a:solidFill>
                    <a:srgbClr val="000000"/>
                  </a:solidFill>
                  <a:latin typeface="Bahnschrift SemiBold" panose="020B0502040204020203" pitchFamily="34" charset="0"/>
                </a:rPr>
                <a:t>fixed attack set</a:t>
              </a:r>
              <a:endParaRPr lang="en-US" altLang="ko-KR" sz="2400" dirty="0"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70230A6-DEBC-7C3C-943E-4F53D35FA703}"/>
              </a:ext>
            </a:extLst>
          </p:cNvPr>
          <p:cNvGrpSpPr/>
          <p:nvPr/>
        </p:nvGrpSpPr>
        <p:grpSpPr>
          <a:xfrm>
            <a:off x="3806007" y="1942311"/>
            <a:ext cx="3063240" cy="748638"/>
            <a:chOff x="3032760" y="1608360"/>
            <a:chExt cx="3063240" cy="748638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A78C1D39-D82C-1284-8FAC-C3C716B1C586}"/>
                </a:ext>
              </a:extLst>
            </p:cNvPr>
            <p:cNvSpPr/>
            <p:nvPr/>
          </p:nvSpPr>
          <p:spPr>
            <a:xfrm>
              <a:off x="3032760" y="1608360"/>
              <a:ext cx="3063240" cy="7486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5400">
                <a:solidFill>
                  <a:schemeClr val="lt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7A3DA30D-A03B-F512-DE4B-32467F448E15}"/>
                </a:ext>
              </a:extLst>
            </p:cNvPr>
            <p:cNvSpPr/>
            <p:nvPr/>
          </p:nvSpPr>
          <p:spPr>
            <a:xfrm>
              <a:off x="3032760" y="1608360"/>
              <a:ext cx="3063240" cy="7486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altLang="ko-KR" sz="2400">
                  <a:solidFill>
                    <a:srgbClr val="000000"/>
                  </a:solidFill>
                  <a:latin typeface="Bahnschrift SemiBold" panose="020B0502040204020203" pitchFamily="34" charset="0"/>
                </a:rPr>
                <a:t>Automated, adaptive</a:t>
              </a:r>
              <a:endParaRPr lang="en-US" altLang="ko-KR" sz="2400" dirty="0"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3" name="Text 5">
            <a:extLst>
              <a:ext uri="{FF2B5EF4-FFF2-40B4-BE49-F238E27FC236}">
                <a16:creationId xmlns:a16="http://schemas.microsoft.com/office/drawing/2014/main" id="{CC10D0D5-B3AC-4910-3487-29594C787BBC}"/>
              </a:ext>
            </a:extLst>
          </p:cNvPr>
          <p:cNvSpPr/>
          <p:nvPr/>
        </p:nvSpPr>
        <p:spPr>
          <a:xfrm>
            <a:off x="582747" y="2786823"/>
            <a:ext cx="3063240" cy="40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HarmBench, InjecAgent,</a:t>
            </a: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AgentDojo default attacks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0D27707-B358-2E04-ECC4-D251D2A6D5FC}"/>
              </a:ext>
            </a:extLst>
          </p:cNvPr>
          <p:cNvSpPr/>
          <p:nvPr/>
        </p:nvSpPr>
        <p:spPr>
          <a:xfrm>
            <a:off x="3885835" y="2785920"/>
            <a:ext cx="3063240" cy="40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GCG / AutoDAN tuned</a:t>
            </a: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against a known defense</a:t>
            </a:r>
            <a:endParaRPr lang="en-US" dirty="0">
              <a:latin typeface="Bahnschrift Light" panose="020B0502040204020203" pitchFamily="34" charset="0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7B93C97-C1E9-C7CA-8A36-0AB3C317477A}"/>
              </a:ext>
            </a:extLst>
          </p:cNvPr>
          <p:cNvGrpSpPr/>
          <p:nvPr/>
        </p:nvGrpSpPr>
        <p:grpSpPr>
          <a:xfrm>
            <a:off x="502919" y="3641782"/>
            <a:ext cx="3063240" cy="748638"/>
            <a:chOff x="838200" y="2842800"/>
            <a:chExt cx="3063240" cy="748638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6BD78C17-80E0-968B-4321-E3AB1EA9D256}"/>
                </a:ext>
              </a:extLst>
            </p:cNvPr>
            <p:cNvSpPr/>
            <p:nvPr/>
          </p:nvSpPr>
          <p:spPr>
            <a:xfrm>
              <a:off x="838200" y="2842800"/>
              <a:ext cx="3063240" cy="7486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5400">
                <a:solidFill>
                  <a:schemeClr val="lt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2DACC6B2-B4A2-149F-089E-64B2C8FDDB10}"/>
                </a:ext>
              </a:extLst>
            </p:cNvPr>
            <p:cNvSpPr/>
            <p:nvPr/>
          </p:nvSpPr>
          <p:spPr>
            <a:xfrm>
              <a:off x="838200" y="2842800"/>
              <a:ext cx="3063240" cy="7486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altLang="ko-KR" sz="2400">
                  <a:solidFill>
                    <a:srgbClr val="000000"/>
                  </a:solidFill>
                  <a:latin typeface="Bahnschrift SemiBold" panose="020B0502040204020203" pitchFamily="34" charset="0"/>
                </a:rPr>
                <a:t>Manual, small scale</a:t>
              </a:r>
              <a:endParaRPr lang="en-US" altLang="ko-KR" sz="2400" dirty="0"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9" name="Text 11">
            <a:extLst>
              <a:ext uri="{FF2B5EF4-FFF2-40B4-BE49-F238E27FC236}">
                <a16:creationId xmlns:a16="http://schemas.microsoft.com/office/drawing/2014/main" id="{E03203B6-5B68-F500-DDB4-1A74C093EF21}"/>
              </a:ext>
            </a:extLst>
          </p:cNvPr>
          <p:cNvSpPr/>
          <p:nvPr/>
        </p:nvSpPr>
        <p:spPr>
          <a:xfrm>
            <a:off x="502919" y="4490467"/>
            <a:ext cx="3063240" cy="40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Internal / vendor red teams,</a:t>
            </a: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666666"/>
                </a:solidFill>
                <a:latin typeface="Bahnschrift Light" panose="020B0502040204020203" pitchFamily="34" charset="0"/>
              </a:rPr>
              <a:t>system cards</a:t>
            </a:r>
            <a:endParaRPr lang="en-US" dirty="0">
              <a:latin typeface="Bahnschrift Light" panose="020B0502040204020203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7147C0-AE79-7D82-EEE7-AF1D1BC40715}"/>
              </a:ext>
            </a:extLst>
          </p:cNvPr>
          <p:cNvGrpSpPr/>
          <p:nvPr/>
        </p:nvGrpSpPr>
        <p:grpSpPr>
          <a:xfrm>
            <a:off x="3806007" y="3617203"/>
            <a:ext cx="3063240" cy="1281612"/>
            <a:chOff x="3806007" y="3617203"/>
            <a:chExt cx="3063240" cy="128161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DD1F3D63-E79D-3ED4-FD9E-798FC86D6CFF}"/>
                </a:ext>
              </a:extLst>
            </p:cNvPr>
            <p:cNvGrpSpPr/>
            <p:nvPr/>
          </p:nvGrpSpPr>
          <p:grpSpPr>
            <a:xfrm>
              <a:off x="3806007" y="3617203"/>
              <a:ext cx="3063240" cy="773217"/>
              <a:chOff x="4141288" y="2657570"/>
              <a:chExt cx="3063240" cy="773217"/>
            </a:xfrm>
          </p:grpSpPr>
          <p:sp>
            <p:nvSpPr>
              <p:cNvPr id="17" name="Shape 9">
                <a:extLst>
                  <a:ext uri="{FF2B5EF4-FFF2-40B4-BE49-F238E27FC236}">
                    <a16:creationId xmlns:a16="http://schemas.microsoft.com/office/drawing/2014/main" id="{51DB336D-5E4B-8BB5-706A-E83D2EC5867F}"/>
                  </a:ext>
                </a:extLst>
              </p:cNvPr>
              <p:cNvSpPr/>
              <p:nvPr/>
            </p:nvSpPr>
            <p:spPr>
              <a:xfrm>
                <a:off x="4141288" y="2682149"/>
                <a:ext cx="3063240" cy="74863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ko-KR" altLang="en-US" sz="5400">
                  <a:solidFill>
                    <a:schemeClr val="lt1"/>
                  </a:solidFill>
                  <a:latin typeface="Bahnschrift SemiBold" panose="020B0502040204020203" pitchFamily="34" charset="0"/>
                </a:endParaRPr>
              </a:p>
            </p:txBody>
          </p:sp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4B4E2FA6-BB9A-C948-9891-99C7B0CFBC61}"/>
                  </a:ext>
                </a:extLst>
              </p:cNvPr>
              <p:cNvSpPr/>
              <p:nvPr/>
            </p:nvSpPr>
            <p:spPr>
              <a:xfrm>
                <a:off x="4141288" y="2657570"/>
                <a:ext cx="3063240" cy="7486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altLang="ko-KR" sz="2400">
                    <a:solidFill>
                      <a:srgbClr val="000000"/>
                    </a:solidFill>
                    <a:latin typeface="Bahnschrift SemiBold" panose="020B0502040204020203" pitchFamily="34" charset="0"/>
                  </a:rPr>
                  <a:t>Manual, at scale</a:t>
                </a:r>
                <a:endParaRPr lang="en-US" altLang="ko-KR" sz="2400" dirty="0">
                  <a:latin typeface="Bahnschrift SemiBold" panose="020B0502040204020203" pitchFamily="34" charset="0"/>
                </a:endParaRPr>
              </a:p>
            </p:txBody>
          </p:sp>
        </p:grp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48EDA49F-4EA6-A4FC-663D-134E51A8FD42}"/>
                </a:ext>
              </a:extLst>
            </p:cNvPr>
            <p:cNvSpPr/>
            <p:nvPr/>
          </p:nvSpPr>
          <p:spPr>
            <a:xfrm>
              <a:off x="3806007" y="4490467"/>
              <a:ext cx="3063240" cy="4083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666666"/>
                  </a:solidFill>
                  <a:latin typeface="Bahnschrift Light" panose="020B0502040204020203" pitchFamily="34" charset="0"/>
                </a:rPr>
                <a:t>Public arenas, bug bounties,</a:t>
              </a:r>
              <a:endParaRPr lang="en-US" dirty="0">
                <a:latin typeface="Bahnschrift Light" panose="020B0502040204020203" pitchFamily="34" charset="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666666"/>
                  </a:solidFill>
                  <a:latin typeface="Bahnschrift Light" panose="020B0502040204020203" pitchFamily="34" charset="0"/>
                </a:rPr>
                <a:t>competitions</a:t>
              </a:r>
              <a:endParaRPr lang="en-US" dirty="0">
                <a:latin typeface="Bahnschrift Light" panose="020B0502040204020203" pitchFamily="34" charset="0"/>
              </a:endParaRPr>
            </a:p>
          </p:txBody>
        </p:sp>
      </p:grpSp>
      <p:sp>
        <p:nvSpPr>
          <p:cNvPr id="21" name="Text 13">
            <a:extLst>
              <a:ext uri="{FF2B5EF4-FFF2-40B4-BE49-F238E27FC236}">
                <a16:creationId xmlns:a16="http://schemas.microsoft.com/office/drawing/2014/main" id="{BB46E7F6-D64B-1206-8609-2217BEB4AB47}"/>
              </a:ext>
            </a:extLst>
          </p:cNvPr>
          <p:cNvSpPr/>
          <p:nvPr/>
        </p:nvSpPr>
        <p:spPr>
          <a:xfrm>
            <a:off x="7097317" y="1678071"/>
            <a:ext cx="4761021" cy="4078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20000"/>
              </a:lnSpc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Human red-teamers attack 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the </a:t>
            </a:r>
            <a:b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2000" u="sng">
                <a:solidFill>
                  <a:srgbClr val="000000"/>
                </a:solidFill>
                <a:latin typeface="Bahnschrift Light" panose="020B0502040204020203" pitchFamily="34" charset="0"/>
              </a:rPr>
              <a:t>meaning </a:t>
            </a:r>
            <a:r>
              <a:rPr lang="en-US" sz="2000" u="sng" dirty="0">
                <a:solidFill>
                  <a:srgbClr val="000000"/>
                </a:solidFill>
                <a:latin typeface="Bahnschrift Light" panose="020B0502040204020203" pitchFamily="34" charset="0"/>
              </a:rPr>
              <a:t>of the scenario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, </a:t>
            </a:r>
            <a:b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not 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the token sequence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20000"/>
              </a:lnSpc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  <a:latin typeface="Bahnschrift Light" panose="020B0502040204020203" pitchFamily="34" charset="0"/>
              </a:rPr>
              <a:t>Scale and diversity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 no 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single </a:t>
            </a:r>
            <a:b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research 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group produces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20000"/>
              </a:lnSpc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No </a:t>
            </a:r>
            <a:r>
              <a:rPr lang="en-US" sz="2000" dirty="0">
                <a:solidFill>
                  <a:srgbClr val="C00000"/>
                </a:solidFill>
                <a:latin typeface="Bahnschrift Light" panose="020B0502040204020203" pitchFamily="34" charset="0"/>
              </a:rPr>
              <a:t>reproducibility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 guarantee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, </a:t>
            </a:r>
            <a:b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uneven </a:t>
            </a:r>
            <a:r>
              <a:rPr lang="en-US" sz="2000" dirty="0">
                <a:solidFill>
                  <a:srgbClr val="C00000"/>
                </a:solidFill>
                <a:latin typeface="Bahnschrift Light" panose="020B0502040204020203" pitchFamily="34" charset="0"/>
              </a:rPr>
              <a:t>coverage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, </a:t>
            </a:r>
            <a:b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and </a:t>
            </a:r>
            <a:r>
              <a:rPr lang="en-US" sz="2000" dirty="0">
                <a:solidFill>
                  <a:srgbClr val="C00000"/>
                </a:solidFill>
                <a:latin typeface="Bahnschrift Light" panose="020B0502040204020203" pitchFamily="34" charset="0"/>
              </a:rPr>
              <a:t>judging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</a:rPr>
              <a:t> is </a:t>
            </a:r>
            <a:r>
              <a:rPr lang="en-US" sz="2000">
                <a:solidFill>
                  <a:srgbClr val="000000"/>
                </a:solidFill>
                <a:latin typeface="Bahnschrift Light" panose="020B0502040204020203" pitchFamily="34" charset="0"/>
              </a:rPr>
              <a:t>itself hard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21DB2C-B1C4-AF6C-F01C-763CF3491D23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5. Red-teaming "in the wild"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0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3200" b="1">
                <a:solidFill>
                  <a:srgbClr val="000000"/>
                </a:solidFill>
                <a:latin typeface="Bahnschrift SemiBold" panose="020B0502040204020203" pitchFamily="34" charset="0"/>
              </a:rPr>
              <a:t>The UK AISI x Gray Swan Agent Red Teaming Challenge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"Security Challenges in AI Agent Deployment: Insights from a Large Scale Public Competition," NeurIPS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5. Red-teaming "in the wild"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8C52A-868A-0307-3F6C-2006F0AD66AB}"/>
              </a:ext>
            </a:extLst>
          </p:cNvPr>
          <p:cNvSpPr txBox="1"/>
          <p:nvPr/>
        </p:nvSpPr>
        <p:spPr>
          <a:xfrm>
            <a:off x="396240" y="1482484"/>
            <a:ext cx="11611983" cy="440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March 8 – April 6, 2025, on the Gray Swan Arena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(sponsored by UK AISI with OpenAI, Anthropic, Google DeepMind)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44 hand-curated deployment scenarios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sales, shopping, email, legal, financial, medical assistants, each with simulated tools and an explicit policy</a:t>
            </a:r>
            <a:endParaRPr lang="en-US" altLang="ko-KR" sz="2000"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Four behavior categories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confidentiality breaches, conflicting objectives, prohibited information, prohibited actions</a:t>
            </a:r>
            <a:endParaRPr lang="en-US" altLang="ko-KR" sz="2000"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Two attack vectors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direct chat, and indirect injection through third-party data</a:t>
            </a:r>
            <a:endParaRPr lang="en-US" altLang="ko-KR" sz="2000"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Result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: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~1.8M attempts, ~62,000 successful policy violations</a:t>
            </a:r>
            <a:endParaRPr lang="ko-KR" altLang="en-US" sz="2000">
              <a:latin typeface="Bahnschrift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E7A8E39-27B6-BF54-46DA-602A2F9D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67" y="879091"/>
            <a:ext cx="9250066" cy="5372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2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Direct vs indirect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"Security Challenges in AI Agent Deployment: Insights from a Large Scale Public Competition," NeurIPS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5. Red-teaming "in the wild"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0B1AAA6-D6D3-357B-AB83-2919147E0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25" y="1940877"/>
            <a:ext cx="5799075" cy="2976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B2077B-8038-77F0-1492-5FEF7A770056}"/>
              </a:ext>
            </a:extLst>
          </p:cNvPr>
          <p:cNvSpPr txBox="1"/>
          <p:nvPr/>
        </p:nvSpPr>
        <p:spPr>
          <a:xfrm>
            <a:off x="6699914" y="2459504"/>
            <a:ext cx="4958685" cy="243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Indirect injection succeeds about 5x more often than direct chat attacks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US" altLang="ko-KR" sz="2000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 The gap is widest exactly where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it matters most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getting the agent to take a prohibited action.</a:t>
            </a:r>
            <a:endParaRPr lang="en-US" altLang="ko-KR" sz="1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37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100% behavior ASR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"Security Challenges in AI Agent Deployment: Insights from a Large Scale Public Competition," NeurIPS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5. Red-teaming "in the wild"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2077B-8038-77F0-1492-5FEF7A770056}"/>
              </a:ext>
            </a:extLst>
          </p:cNvPr>
          <p:cNvSpPr txBox="1"/>
          <p:nvPr/>
        </p:nvSpPr>
        <p:spPr>
          <a:xfrm>
            <a:off x="2691955" y="5536888"/>
            <a:ext cx="6808089" cy="41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By ~10 queries, ASR approaches 100% for most models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6B7270-8E52-40AC-5A0E-02AD46FE4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76" y="1358846"/>
            <a:ext cx="9278645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5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Does robustness come with capability?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900" i="1">
                <a:solidFill>
                  <a:srgbClr val="666666"/>
                </a:solidFill>
              </a:rPr>
              <a:t>"Security Challenges in AI Agent Deployment: Insights from a Large Scale Public Competition," NeurIPS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lang="en-US" altLang="ko-KR" sz="1800"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rPr>
              <a:t>5. Red-teaming "in the wild" </a:t>
            </a:r>
            <a:endParaRPr lang="en-US" altLang="ko-KR" sz="1800" i="1" dirty="0">
              <a:solidFill>
                <a:schemeClr val="bg1">
                  <a:lumMod val="5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2077B-8038-77F0-1492-5FEF7A770056}"/>
              </a:ext>
            </a:extLst>
          </p:cNvPr>
          <p:cNvSpPr txBox="1"/>
          <p:nvPr/>
        </p:nvSpPr>
        <p:spPr>
          <a:xfrm>
            <a:off x="5959124" y="1645110"/>
            <a:ext cx="5932590" cy="4024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Plotting transfer </a:t>
            </a:r>
            <a:r>
              <a:rPr lang="en-US" altLang="ko-KR" b="1">
                <a:solidFill>
                  <a:srgbClr val="000000"/>
                </a:solidFill>
                <a:latin typeface="Bahnschrift Light" panose="020B0502040204020203" pitchFamily="34" charset="0"/>
              </a:rPr>
              <a:t>ASR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against </a:t>
            </a:r>
            <a:r>
              <a:rPr lang="en-US" altLang="ko-KR" b="1">
                <a:solidFill>
                  <a:srgbClr val="000000"/>
                </a:solidFill>
                <a:latin typeface="Bahnschrift Light" panose="020B0502040204020203" pitchFamily="34" charset="0"/>
              </a:rPr>
              <a:t>GPQA accuracy 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gives </a:t>
            </a:r>
            <a:b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a correlation of about </a:t>
            </a:r>
            <a:r>
              <a:rPr lang="en-US" altLang="ko-KR">
                <a:solidFill>
                  <a:srgbClr val="C00000"/>
                </a:solidFill>
                <a:latin typeface="Bahnschrift Light" panose="020B0502040204020203" pitchFamily="34" charset="0"/>
              </a:rPr>
              <a:t>-0.31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o3-mini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and </a:t>
            </a: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o4-mini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are comparably capable and differ substantially in robustness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GPT-4o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and </a:t>
            </a: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GPT-4.5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differ greatly in capability and hardly at all in robustness</a:t>
            </a:r>
            <a:b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endParaRPr lang="en-US" altLang="ko-KR"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Inference-time compute is similarly inconclusive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Claude 3.7 Sonnet 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with reasoning is marginally more robust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ko-KR" i="1">
                <a:solidFill>
                  <a:srgbClr val="000000"/>
                </a:solidFill>
                <a:latin typeface="Bahnschrift Light" panose="020B0502040204020203" pitchFamily="34" charset="0"/>
              </a:rPr>
              <a:t>o3-mini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 with extended reasoning shows negligible benefit</a:t>
            </a:r>
            <a:endParaRPr lang="en-US" altLang="ko-KR"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US" altLang="ko-KR">
              <a:solidFill>
                <a:srgbClr val="000000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7B46C1-7460-B665-D18F-D8061A544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94" y="1424232"/>
            <a:ext cx="553479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Enforce it outside the model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9818D0-0246-EDEA-2A26-50E76E6DF900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00" i="1">
                <a:solidFill>
                  <a:srgbClr val="666666"/>
                </a:solidFill>
              </a:rPr>
              <a:t>"Defeating Prompt Injections by Design," arXiv (2025)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r">
              <a:lnSpc>
                <a:spcPct val="150000"/>
              </a:lnSpc>
              <a:spcAft>
                <a:spcPts val="800"/>
              </a:spcAft>
              <a:buSzPct val="100000"/>
              <a:defRPr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 altLang="ko-KR"/>
              <a:t>6. One direction for defense 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B9A4CE7-BABC-FB4C-8FCF-0615E6D6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24" y="15657"/>
            <a:ext cx="3798976" cy="67859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E90DFF-9919-4334-E8F4-2A46A4F55BD2}"/>
              </a:ext>
            </a:extLst>
          </p:cNvPr>
          <p:cNvSpPr txBox="1"/>
          <p:nvPr/>
        </p:nvSpPr>
        <p:spPr>
          <a:xfrm>
            <a:off x="281940" y="260385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CaMeL assumes the model can be fooled,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and put the guarantee in the system around it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91884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Enforce it outside the model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014E2-A7F4-B58D-B676-DECA4599F0D8}"/>
              </a:ext>
            </a:extLst>
          </p:cNvPr>
          <p:cNvSpPr txBox="1"/>
          <p:nvPr/>
        </p:nvSpPr>
        <p:spPr>
          <a:xfrm>
            <a:off x="5761568" y="15657"/>
            <a:ext cx="6327702" cy="4515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r">
              <a:lnSpc>
                <a:spcPct val="150000"/>
              </a:lnSpc>
              <a:spcAft>
                <a:spcPts val="800"/>
              </a:spcAft>
              <a:buSzPct val="100000"/>
              <a:defRPr i="1">
                <a:solidFill>
                  <a:schemeClr val="bg1">
                    <a:lumMod val="50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 altLang="ko-KR"/>
              <a:t>6. One direction for defense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2AE77D-B74B-23D1-FE9C-F60734EA1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62" y="1012332"/>
            <a:ext cx="8421275" cy="3982006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4228221-EB75-BF08-7BAE-9D33286090AD}"/>
              </a:ext>
            </a:extLst>
          </p:cNvPr>
          <p:cNvSpPr/>
          <p:nvPr/>
        </p:nvSpPr>
        <p:spPr>
          <a:xfrm>
            <a:off x="310838" y="64220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00" i="1">
                <a:solidFill>
                  <a:srgbClr val="666666"/>
                </a:solidFill>
              </a:rPr>
              <a:t>"Defeating Prompt Injections by Design," arXiv (2025)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D8BE9-2577-1166-6847-CA6AA7AACABB}"/>
              </a:ext>
            </a:extLst>
          </p:cNvPr>
          <p:cNvSpPr txBox="1"/>
          <p:nvPr/>
        </p:nvSpPr>
        <p:spPr>
          <a:xfrm>
            <a:off x="1103458" y="5006029"/>
            <a:ext cx="107037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The </a:t>
            </a:r>
            <a:r>
              <a:rPr lang="en-US" altLang="ko-KR">
                <a:solidFill>
                  <a:schemeClr val="accent6"/>
                </a:solidFill>
                <a:latin typeface="Bahnschrift Light" panose="020B0502040204020203" pitchFamily="34" charset="0"/>
              </a:rPr>
              <a:t>Privileged LLM 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sees only the trusted user query and emits the plan as Python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The </a:t>
            </a:r>
            <a:r>
              <a:rPr lang="en-US" altLang="ko-KR">
                <a:solidFill>
                  <a:schemeClr val="accent5"/>
                </a:solidFill>
                <a:latin typeface="Bahnschrift Light" panose="020B0502040204020203" pitchFamily="34" charset="0"/>
              </a:rPr>
              <a:t>Quarantined LLM 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parses untrusted content but holds no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A </a:t>
            </a:r>
            <a:r>
              <a:rPr lang="en-US" altLang="ko-KR">
                <a:solidFill>
                  <a:srgbClr val="7030A0"/>
                </a:solidFill>
                <a:latin typeface="Bahnschrift Light" panose="020B0502040204020203" pitchFamily="34" charset="0"/>
              </a:rPr>
              <a:t>custom interpreter </a:t>
            </a: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runs that code, tagging every value with its sources and allowed readers, </a:t>
            </a:r>
            <a:b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000000"/>
                </a:solidFill>
                <a:latin typeface="Bahnschrift Light" panose="020B0502040204020203" pitchFamily="34" charset="0"/>
              </a:rPr>
              <a:t>and checks a policy at each tool call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7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502919" y="427557"/>
            <a:ext cx="10703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>
              <a:buNone/>
              <a:defRPr sz="3200" b="1">
                <a:solidFill>
                  <a:srgbClr val="000000"/>
                </a:solidFill>
                <a:latin typeface="Bahnschrift SemiBold" panose="020B0502040204020203" pitchFamily="34" charset="0"/>
              </a:defRPr>
            </a:lvl1pPr>
          </a:lstStyle>
          <a:p>
            <a:r>
              <a:rPr lang="en-US" altLang="ko-KR"/>
              <a:t>Conclusion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81940" y="408896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D8BE9-2577-1166-6847-CA6AA7AACABB}"/>
              </a:ext>
            </a:extLst>
          </p:cNvPr>
          <p:cNvSpPr txBox="1"/>
          <p:nvPr/>
        </p:nvSpPr>
        <p:spPr>
          <a:xfrm>
            <a:off x="744140" y="1381612"/>
            <a:ext cx="10703719" cy="409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Indirect prompt injection has been understood since 2023; </a:t>
            </a:r>
            <a:b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what changed is </a:t>
            </a:r>
            <a:r>
              <a:rPr lang="en-US" altLang="ko-KR" sz="2000" u="sng">
                <a:solidFill>
                  <a:srgbClr val="000000"/>
                </a:solidFill>
                <a:latin typeface="Bahnschrift Light" panose="020B0502040204020203" pitchFamily="34" charset="0"/>
              </a:rPr>
              <a:t>who was allowed to attack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AgentDojo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, with its own generic attacks, put targeted ASR under 25%.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Adaptive attacks 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against eight published defenses all cleared 50%.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Two thousand red-teamers </a:t>
            </a: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on 22 deployed agents broke every behavior on every model.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Injection through tool output succeeded roughly five times more often than through the chat window, and the gap was widest for prohibited actions.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Robustness tracked neither model capability nor inference-time compute.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Bahnschrift Light" panose="020B0502040204020203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Bahnschrift Light" panose="020B0502040204020203" pitchFamily="34" charset="0"/>
              </a:rPr>
              <a:t>The one defense with a guarantee </a:t>
            </a:r>
            <a:r>
              <a:rPr lang="en-US" altLang="ko-KR" sz="2000" b="1">
                <a:solidFill>
                  <a:srgbClr val="000000"/>
                </a:solidFill>
                <a:latin typeface="Bahnschrift Light" panose="020B0502040204020203" pitchFamily="34" charset="0"/>
              </a:rPr>
              <a:t>stopped asking the model to be careful.</a:t>
            </a:r>
            <a:endParaRPr lang="ko-KR" altLang="en-US" sz="2000" b="1"/>
          </a:p>
        </p:txBody>
      </p:sp>
    </p:spTree>
    <p:extLst>
      <p:ext uri="{BB962C8B-B14F-4D97-AF65-F5344CB8AC3E}">
        <p14:creationId xmlns:p14="http://schemas.microsoft.com/office/powerpoint/2010/main" val="183034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14213</TotalTime>
  <Words>1442</Words>
  <Application>Microsoft Office PowerPoint</Application>
  <PresentationFormat>와이드스크린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Arial</vt:lpstr>
      <vt:lpstr>Bahnschrift</vt:lpstr>
      <vt:lpstr>Pretendard</vt:lpstr>
      <vt:lpstr>맑은 고딕</vt:lpstr>
      <vt:lpstr>Bahnschrift Light</vt:lpstr>
      <vt:lpstr>Bahnschrift SemiBold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김태영</dc:creator>
  <cp:lastModifiedBy>김태영</cp:lastModifiedBy>
  <cp:revision>189</cp:revision>
  <dcterms:created xsi:type="dcterms:W3CDTF">2021-10-03T07:58:23Z</dcterms:created>
  <dcterms:modified xsi:type="dcterms:W3CDTF">2026-08-28T08:05:43Z</dcterms:modified>
</cp:coreProperties>
</file>