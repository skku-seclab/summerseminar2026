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3A7FA6-E8B4-4192-8C8D-985173C0A5FC}" v="1312" dt="2026-08-12T19:27:07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970" autoAdjust="0"/>
  </p:normalViewPr>
  <p:slideViewPr>
    <p:cSldViewPr snapToGrid="0">
      <p:cViewPr varScale="1">
        <p:scale>
          <a:sx n="94" d="100"/>
          <a:sy n="94" d="100"/>
        </p:scale>
        <p:origin x="12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선기 김" userId="396c36cbc87b2336" providerId="LiveId" clId="{794BC426-A25B-4BEB-80DA-A22D83525D67}"/>
    <pc:docChg chg="undo redo custSel addSld delSld modSld">
      <pc:chgData name="선기 김" userId="396c36cbc87b2336" providerId="LiveId" clId="{794BC426-A25B-4BEB-80DA-A22D83525D67}" dt="2026-08-12T19:27:07.888" v="2292" actId="20577"/>
      <pc:docMkLst>
        <pc:docMk/>
      </pc:docMkLst>
      <pc:sldChg chg="modSp mod">
        <pc:chgData name="선기 김" userId="396c36cbc87b2336" providerId="LiveId" clId="{794BC426-A25B-4BEB-80DA-A22D83525D67}" dt="2026-08-12T16:04:12.630" v="50" actId="20577"/>
        <pc:sldMkLst>
          <pc:docMk/>
          <pc:sldMk cId="1873065356" sldId="257"/>
        </pc:sldMkLst>
        <pc:spChg chg="mod">
          <ac:chgData name="선기 김" userId="396c36cbc87b2336" providerId="LiveId" clId="{794BC426-A25B-4BEB-80DA-A22D83525D67}" dt="2026-08-12T16:04:12.630" v="50" actId="20577"/>
          <ac:spMkLst>
            <pc:docMk/>
            <pc:sldMk cId="1873065356" sldId="257"/>
            <ac:spMk id="7" creationId="{33039599-88B6-5C85-9A2C-B556D104A0B0}"/>
          </ac:spMkLst>
        </pc:spChg>
      </pc:sldChg>
      <pc:sldChg chg="del">
        <pc:chgData name="선기 김" userId="396c36cbc87b2336" providerId="LiveId" clId="{794BC426-A25B-4BEB-80DA-A22D83525D67}" dt="2026-08-12T17:27:48.313" v="1186" actId="47"/>
        <pc:sldMkLst>
          <pc:docMk/>
          <pc:sldMk cId="3607905329" sldId="258"/>
        </pc:sldMkLst>
      </pc:sldChg>
      <pc:sldChg chg="addSp delSp modSp mod">
        <pc:chgData name="선기 김" userId="396c36cbc87b2336" providerId="LiveId" clId="{794BC426-A25B-4BEB-80DA-A22D83525D67}" dt="2026-08-12T16:28:32.694" v="429" actId="2711"/>
        <pc:sldMkLst>
          <pc:docMk/>
          <pc:sldMk cId="1733999970" sldId="259"/>
        </pc:sldMkLst>
        <pc:spChg chg="add del mod">
          <ac:chgData name="선기 김" userId="396c36cbc87b2336" providerId="LiveId" clId="{794BC426-A25B-4BEB-80DA-A22D83525D67}" dt="2026-08-12T14:18:55.248" v="24" actId="478"/>
          <ac:spMkLst>
            <pc:docMk/>
            <pc:sldMk cId="1733999970" sldId="259"/>
            <ac:spMk id="2" creationId="{D48754FC-5714-7AD4-1FB7-337D5774DC90}"/>
          </ac:spMkLst>
        </pc:spChg>
        <pc:spChg chg="add mod">
          <ac:chgData name="선기 김" userId="396c36cbc87b2336" providerId="LiveId" clId="{794BC426-A25B-4BEB-80DA-A22D83525D67}" dt="2026-08-12T16:28:32.694" v="429" actId="2711"/>
          <ac:spMkLst>
            <pc:docMk/>
            <pc:sldMk cId="1733999970" sldId="259"/>
            <ac:spMk id="8" creationId="{C10ED148-72BB-6B37-F9F4-D8AA28A13135}"/>
          </ac:spMkLst>
        </pc:spChg>
        <pc:spChg chg="add del">
          <ac:chgData name="선기 김" userId="396c36cbc87b2336" providerId="LiveId" clId="{794BC426-A25B-4BEB-80DA-A22D83525D67}" dt="2026-08-12T16:18:27.633" v="287" actId="22"/>
          <ac:spMkLst>
            <pc:docMk/>
            <pc:sldMk cId="1733999970" sldId="259"/>
            <ac:spMk id="12" creationId="{354936EA-1E0F-426C-C757-340411112BA0}"/>
          </ac:spMkLst>
        </pc:spChg>
        <pc:spChg chg="add mod">
          <ac:chgData name="선기 김" userId="396c36cbc87b2336" providerId="LiveId" clId="{794BC426-A25B-4BEB-80DA-A22D83525D67}" dt="2026-08-12T16:20:49.776" v="332" actId="1076"/>
          <ac:spMkLst>
            <pc:docMk/>
            <pc:sldMk cId="1733999970" sldId="259"/>
            <ac:spMk id="19" creationId="{32B63208-C876-7E8F-AE61-7A5964579EB9}"/>
          </ac:spMkLst>
        </pc:spChg>
        <pc:picChg chg="del mod">
          <ac:chgData name="선기 김" userId="396c36cbc87b2336" providerId="LiveId" clId="{794BC426-A25B-4BEB-80DA-A22D83525D67}" dt="2026-08-12T14:30:01.454" v="33" actId="478"/>
          <ac:picMkLst>
            <pc:docMk/>
            <pc:sldMk cId="1733999970" sldId="259"/>
            <ac:picMk id="3" creationId="{F6AF441A-BC90-D507-C2B1-E0FD60BDD6F6}"/>
          </ac:picMkLst>
        </pc:picChg>
        <pc:picChg chg="add del mod">
          <ac:chgData name="선기 김" userId="396c36cbc87b2336" providerId="LiveId" clId="{794BC426-A25B-4BEB-80DA-A22D83525D67}" dt="2026-08-12T14:36:15.028" v="44" actId="478"/>
          <ac:picMkLst>
            <pc:docMk/>
            <pc:sldMk cId="1733999970" sldId="259"/>
            <ac:picMk id="6" creationId="{FFAFA688-3A8D-36B4-7E3B-1FA56F77DBD6}"/>
          </ac:picMkLst>
        </pc:picChg>
        <pc:picChg chg="mod">
          <ac:chgData name="선기 김" userId="396c36cbc87b2336" providerId="LiveId" clId="{794BC426-A25B-4BEB-80DA-A22D83525D67}" dt="2026-08-12T16:18:26.155" v="285"/>
          <ac:picMkLst>
            <pc:docMk/>
            <pc:sldMk cId="1733999970" sldId="259"/>
            <ac:picMk id="10" creationId="{321221B7-D46A-93AD-5970-601AA04525DF}"/>
          </ac:picMkLst>
        </pc:picChg>
        <pc:picChg chg="mod">
          <ac:chgData name="선기 김" userId="396c36cbc87b2336" providerId="LiveId" clId="{794BC426-A25B-4BEB-80DA-A22D83525D67}" dt="2026-08-12T16:18:43.786" v="306"/>
          <ac:picMkLst>
            <pc:docMk/>
            <pc:sldMk cId="1733999970" sldId="259"/>
            <ac:picMk id="14" creationId="{91F199C6-59F8-F521-03B7-DF72A78D3D9E}"/>
          </ac:picMkLst>
        </pc:picChg>
        <pc:picChg chg="mod">
          <ac:chgData name="선기 김" userId="396c36cbc87b2336" providerId="LiveId" clId="{794BC426-A25B-4BEB-80DA-A22D83525D67}" dt="2026-08-12T16:20:57.656" v="337" actId="1076"/>
          <ac:picMkLst>
            <pc:docMk/>
            <pc:sldMk cId="1733999970" sldId="259"/>
            <ac:picMk id="16" creationId="{8DD4A36E-926C-2511-1532-0C5ED5BEDAD3}"/>
          </ac:picMkLst>
        </pc:picChg>
        <pc:picChg chg="mod">
          <ac:chgData name="선기 김" userId="396c36cbc87b2336" providerId="LiveId" clId="{794BC426-A25B-4BEB-80DA-A22D83525D67}" dt="2026-08-12T16:20:49.776" v="332" actId="1076"/>
          <ac:picMkLst>
            <pc:docMk/>
            <pc:sldMk cId="1733999970" sldId="259"/>
            <ac:picMk id="18" creationId="{17F1D70C-FBE5-71B3-58CE-8C11E10EAD8C}"/>
          </ac:picMkLst>
        </pc:picChg>
      </pc:sldChg>
      <pc:sldChg chg="addSp delSp modSp add mod">
        <pc:chgData name="선기 김" userId="396c36cbc87b2336" providerId="LiveId" clId="{794BC426-A25B-4BEB-80DA-A22D83525D67}" dt="2026-08-12T19:27:07.888" v="2292" actId="20577"/>
        <pc:sldMkLst>
          <pc:docMk/>
          <pc:sldMk cId="405584086" sldId="260"/>
        </pc:sldMkLst>
        <pc:spChg chg="add del">
          <ac:chgData name="선기 김" userId="396c36cbc87b2336" providerId="LiveId" clId="{794BC426-A25B-4BEB-80DA-A22D83525D67}" dt="2026-08-12T16:27:26.968" v="388" actId="22"/>
          <ac:spMkLst>
            <pc:docMk/>
            <pc:sldMk cId="405584086" sldId="260"/>
            <ac:spMk id="3" creationId="{87E2FEB2-8CC4-7842-190E-440FC4C59E47}"/>
          </ac:spMkLst>
        </pc:spChg>
        <pc:spChg chg="add del mod">
          <ac:chgData name="선기 김" userId="396c36cbc87b2336" providerId="LiveId" clId="{794BC426-A25B-4BEB-80DA-A22D83525D67}" dt="2026-08-12T16:46:17.747" v="805" actId="478"/>
          <ac:spMkLst>
            <pc:docMk/>
            <pc:sldMk cId="405584086" sldId="260"/>
            <ac:spMk id="4" creationId="{70AFF23A-9490-6559-9E52-4160BE78D9C7}"/>
          </ac:spMkLst>
        </pc:spChg>
        <pc:spChg chg="mod">
          <ac:chgData name="선기 김" userId="396c36cbc87b2336" providerId="LiveId" clId="{794BC426-A25B-4BEB-80DA-A22D83525D67}" dt="2026-08-12T19:26:33.387" v="2279" actId="20577"/>
          <ac:spMkLst>
            <pc:docMk/>
            <pc:sldMk cId="405584086" sldId="260"/>
            <ac:spMk id="7" creationId="{99ED6B30-7796-FFC3-97FE-7CD03B0B4FEB}"/>
          </ac:spMkLst>
        </pc:spChg>
        <pc:spChg chg="del">
          <ac:chgData name="선기 김" userId="396c36cbc87b2336" providerId="LiveId" clId="{794BC426-A25B-4BEB-80DA-A22D83525D67}" dt="2026-08-12T16:21:54.343" v="386" actId="478"/>
          <ac:spMkLst>
            <pc:docMk/>
            <pc:sldMk cId="405584086" sldId="260"/>
            <ac:spMk id="8" creationId="{65E9CFD8-BBED-0FCE-D429-234E9F637085}"/>
          </ac:spMkLst>
        </pc:spChg>
        <pc:spChg chg="add mod">
          <ac:chgData name="선기 김" userId="396c36cbc87b2336" providerId="LiveId" clId="{794BC426-A25B-4BEB-80DA-A22D83525D67}" dt="2026-08-12T16:31:11.016" v="535" actId="767"/>
          <ac:spMkLst>
            <pc:docMk/>
            <pc:sldMk cId="405584086" sldId="260"/>
            <ac:spMk id="10" creationId="{9A44BFAB-BBD7-99E7-3D9D-BEBF1D35D30E}"/>
          </ac:spMkLst>
        </pc:spChg>
        <pc:spChg chg="del">
          <ac:chgData name="선기 김" userId="396c36cbc87b2336" providerId="LiveId" clId="{794BC426-A25B-4BEB-80DA-A22D83525D67}" dt="2026-08-12T16:21:53.176" v="385" actId="478"/>
          <ac:spMkLst>
            <pc:docMk/>
            <pc:sldMk cId="405584086" sldId="260"/>
            <ac:spMk id="19" creationId="{51BB5D4D-D28C-1807-A55A-C94CA65F2B40}"/>
          </ac:spMkLst>
        </pc:spChg>
        <pc:spChg chg="add mod">
          <ac:chgData name="선기 김" userId="396c36cbc87b2336" providerId="LiveId" clId="{794BC426-A25B-4BEB-80DA-A22D83525D67}" dt="2026-08-12T19:27:07.888" v="2292" actId="20577"/>
          <ac:spMkLst>
            <pc:docMk/>
            <pc:sldMk cId="405584086" sldId="260"/>
            <ac:spMk id="21" creationId="{41C37A2C-AE98-4237-E14C-18E588FCABF0}"/>
          </ac:spMkLst>
        </pc:spChg>
        <pc:spChg chg="add del mod">
          <ac:chgData name="선기 김" userId="396c36cbc87b2336" providerId="LiveId" clId="{794BC426-A25B-4BEB-80DA-A22D83525D67}" dt="2026-08-12T16:46:49.093" v="818" actId="478"/>
          <ac:spMkLst>
            <pc:docMk/>
            <pc:sldMk cId="405584086" sldId="260"/>
            <ac:spMk id="23" creationId="{5D6988EF-4CAA-5361-A641-C3C0A5F4CBF3}"/>
          </ac:spMkLst>
        </pc:spChg>
        <pc:spChg chg="add mod">
          <ac:chgData name="선기 김" userId="396c36cbc87b2336" providerId="LiveId" clId="{794BC426-A25B-4BEB-80DA-A22D83525D67}" dt="2026-08-12T16:47:20.737" v="824" actId="14100"/>
          <ac:spMkLst>
            <pc:docMk/>
            <pc:sldMk cId="405584086" sldId="260"/>
            <ac:spMk id="27" creationId="{5A34BC9A-6DD4-614A-D7FC-FB52370A1B0E}"/>
          </ac:spMkLst>
        </pc:spChg>
        <pc:picChg chg="del mod">
          <ac:chgData name="선기 김" userId="396c36cbc87b2336" providerId="LiveId" clId="{794BC426-A25B-4BEB-80DA-A22D83525D67}" dt="2026-08-12T16:30:57.753" v="516" actId="478"/>
          <ac:picMkLst>
            <pc:docMk/>
            <pc:sldMk cId="405584086" sldId="260"/>
            <ac:picMk id="9" creationId="{09D0E498-25FE-8E89-00EF-6B5A5D286ED7}"/>
          </ac:picMkLst>
        </pc:picChg>
        <pc:picChg chg="add del mod">
          <ac:chgData name="선기 김" userId="396c36cbc87b2336" providerId="LiveId" clId="{794BC426-A25B-4BEB-80DA-A22D83525D67}" dt="2026-08-12T16:36:09.200" v="636" actId="478"/>
          <ac:picMkLst>
            <pc:docMk/>
            <pc:sldMk cId="405584086" sldId="260"/>
            <ac:picMk id="12" creationId="{7828836A-1725-5FEB-6C02-1CFAE3E735BE}"/>
          </ac:picMkLst>
        </pc:picChg>
        <pc:picChg chg="del mod">
          <ac:chgData name="선기 김" userId="396c36cbc87b2336" providerId="LiveId" clId="{794BC426-A25B-4BEB-80DA-A22D83525D67}" dt="2026-08-12T16:36:29.003" v="646" actId="478"/>
          <ac:picMkLst>
            <pc:docMk/>
            <pc:sldMk cId="405584086" sldId="260"/>
            <ac:picMk id="14" creationId="{4D98C820-0F5A-AE16-C38E-6693E4C40435}"/>
          </ac:picMkLst>
        </pc:picChg>
        <pc:picChg chg="del">
          <ac:chgData name="선기 김" userId="396c36cbc87b2336" providerId="LiveId" clId="{794BC426-A25B-4BEB-80DA-A22D83525D67}" dt="2026-08-12T16:21:51.867" v="384" actId="478"/>
          <ac:picMkLst>
            <pc:docMk/>
            <pc:sldMk cId="405584086" sldId="260"/>
            <ac:picMk id="16" creationId="{7CD3745B-D8A8-76D4-2BB6-1A0AB93863BB}"/>
          </ac:picMkLst>
        </pc:picChg>
        <pc:picChg chg="del mod">
          <ac:chgData name="선기 김" userId="396c36cbc87b2336" providerId="LiveId" clId="{794BC426-A25B-4BEB-80DA-A22D83525D67}" dt="2026-08-12T17:38:44.005" v="1203" actId="478"/>
          <ac:picMkLst>
            <pc:docMk/>
            <pc:sldMk cId="405584086" sldId="260"/>
            <ac:picMk id="17" creationId="{B6B1B9C4-134A-A6FF-26FD-8391C0F89532}"/>
          </ac:picMkLst>
        </pc:picChg>
        <pc:picChg chg="del">
          <ac:chgData name="선기 김" userId="396c36cbc87b2336" providerId="LiveId" clId="{794BC426-A25B-4BEB-80DA-A22D83525D67}" dt="2026-08-12T16:21:53.176" v="385" actId="478"/>
          <ac:picMkLst>
            <pc:docMk/>
            <pc:sldMk cId="405584086" sldId="260"/>
            <ac:picMk id="18" creationId="{A01D1187-F1AE-65AF-23AF-A1CFEA3D925B}"/>
          </ac:picMkLst>
        </pc:picChg>
        <pc:picChg chg="del mod">
          <ac:chgData name="선기 김" userId="396c36cbc87b2336" providerId="LiveId" clId="{794BC426-A25B-4BEB-80DA-A22D83525D67}" dt="2026-08-12T16:47:08.265" v="820" actId="21"/>
          <ac:picMkLst>
            <pc:docMk/>
            <pc:sldMk cId="405584086" sldId="260"/>
            <ac:picMk id="25" creationId="{7661AF54-F11D-B7FC-0AD9-58E221D42D20}"/>
          </ac:picMkLst>
        </pc:picChg>
        <pc:picChg chg="add mod">
          <ac:chgData name="선기 김" userId="396c36cbc87b2336" providerId="LiveId" clId="{794BC426-A25B-4BEB-80DA-A22D83525D67}" dt="2026-08-12T16:49:03.653" v="861" actId="1076"/>
          <ac:picMkLst>
            <pc:docMk/>
            <pc:sldMk cId="405584086" sldId="260"/>
            <ac:picMk id="29" creationId="{7DE6213D-D99D-36C9-2E78-2F7E5C45584E}"/>
          </ac:picMkLst>
        </pc:picChg>
        <pc:picChg chg="add mod">
          <ac:chgData name="선기 김" userId="396c36cbc87b2336" providerId="LiveId" clId="{794BC426-A25B-4BEB-80DA-A22D83525D67}" dt="2026-08-12T17:38:49.530" v="1207" actId="1076"/>
          <ac:picMkLst>
            <pc:docMk/>
            <pc:sldMk cId="405584086" sldId="260"/>
            <ac:picMk id="31" creationId="{9A839D21-D7A3-2F6D-EF05-5731344CC696}"/>
          </ac:picMkLst>
        </pc:picChg>
      </pc:sldChg>
      <pc:sldChg chg="addSp delSp modSp add mod">
        <pc:chgData name="선기 김" userId="396c36cbc87b2336" providerId="LiveId" clId="{794BC426-A25B-4BEB-80DA-A22D83525D67}" dt="2026-08-12T17:39:31.954" v="1222" actId="1076"/>
        <pc:sldMkLst>
          <pc:docMk/>
          <pc:sldMk cId="3556476262" sldId="261"/>
        </pc:sldMkLst>
        <pc:spChg chg="del mod">
          <ac:chgData name="선기 김" userId="396c36cbc87b2336" providerId="LiveId" clId="{794BC426-A25B-4BEB-80DA-A22D83525D67}" dt="2026-08-12T16:37:39.610" v="678" actId="478"/>
          <ac:spMkLst>
            <pc:docMk/>
            <pc:sldMk cId="3556476262" sldId="261"/>
            <ac:spMk id="4" creationId="{79A7FA66-488A-A037-D95E-89E79D120690}"/>
          </ac:spMkLst>
        </pc:spChg>
        <pc:spChg chg="add del mod">
          <ac:chgData name="선기 김" userId="396c36cbc87b2336" providerId="LiveId" clId="{794BC426-A25B-4BEB-80DA-A22D83525D67}" dt="2026-08-12T16:47:29.781" v="826" actId="478"/>
          <ac:spMkLst>
            <pc:docMk/>
            <pc:sldMk cId="3556476262" sldId="261"/>
            <ac:spMk id="8" creationId="{6DA31B3B-F5C4-DA05-CFFB-9E3BD215B262}"/>
          </ac:spMkLst>
        </pc:spChg>
        <pc:spChg chg="add mod">
          <ac:chgData name="선기 김" userId="396c36cbc87b2336" providerId="LiveId" clId="{794BC426-A25B-4BEB-80DA-A22D83525D67}" dt="2026-08-12T16:45:19.688" v="786" actId="767"/>
          <ac:spMkLst>
            <pc:docMk/>
            <pc:sldMk cId="3556476262" sldId="261"/>
            <ac:spMk id="9" creationId="{ECCCBA5C-2C58-D690-840A-83AEAFC60C08}"/>
          </ac:spMkLst>
        </pc:spChg>
        <pc:spChg chg="add mod">
          <ac:chgData name="선기 김" userId="396c36cbc87b2336" providerId="LiveId" clId="{794BC426-A25B-4BEB-80DA-A22D83525D67}" dt="2026-08-12T16:57:45.708" v="1010" actId="20577"/>
          <ac:spMkLst>
            <pc:docMk/>
            <pc:sldMk cId="3556476262" sldId="261"/>
            <ac:spMk id="11" creationId="{D76A632C-E310-F821-C9EA-8239B9F926A2}"/>
          </ac:spMkLst>
        </pc:spChg>
        <pc:spChg chg="add del">
          <ac:chgData name="선기 김" userId="396c36cbc87b2336" providerId="LiveId" clId="{794BC426-A25B-4BEB-80DA-A22D83525D67}" dt="2026-08-12T16:47:30.493" v="828" actId="22"/>
          <ac:spMkLst>
            <pc:docMk/>
            <pc:sldMk cId="3556476262" sldId="261"/>
            <ac:spMk id="13" creationId="{D8CB5BB7-A22B-CEAA-DD78-38DDB696F9A8}"/>
          </ac:spMkLst>
        </pc:spChg>
        <pc:spChg chg="add mod">
          <ac:chgData name="선기 김" userId="396c36cbc87b2336" providerId="LiveId" clId="{794BC426-A25B-4BEB-80DA-A22D83525D67}" dt="2026-08-12T17:02:48.144" v="1071" actId="14100"/>
          <ac:spMkLst>
            <pc:docMk/>
            <pc:sldMk cId="3556476262" sldId="261"/>
            <ac:spMk id="40" creationId="{58AF1EA2-36E0-B2CA-0502-D4DDAF74DBCF}"/>
          </ac:spMkLst>
        </pc:spChg>
        <pc:picChg chg="add mod">
          <ac:chgData name="선기 김" userId="396c36cbc87b2336" providerId="LiveId" clId="{794BC426-A25B-4BEB-80DA-A22D83525D67}" dt="2026-08-12T16:57:50.680" v="1011" actId="1076"/>
          <ac:picMkLst>
            <pc:docMk/>
            <pc:sldMk cId="3556476262" sldId="261"/>
            <ac:picMk id="3" creationId="{8F15FEFC-20C6-8C9A-669B-8C13F7B41E3B}"/>
          </ac:picMkLst>
        </pc:picChg>
        <pc:picChg chg="mod">
          <ac:chgData name="선기 김" userId="396c36cbc87b2336" providerId="LiveId" clId="{794BC426-A25B-4BEB-80DA-A22D83525D67}" dt="2026-08-12T16:58:58.139" v="1013" actId="1076"/>
          <ac:picMkLst>
            <pc:docMk/>
            <pc:sldMk cId="3556476262" sldId="261"/>
            <ac:picMk id="15" creationId="{22629625-85AA-6EA5-A3F3-5953F8DCA24E}"/>
          </ac:picMkLst>
        </pc:picChg>
        <pc:picChg chg="del mod">
          <ac:chgData name="선기 김" userId="396c36cbc87b2336" providerId="LiveId" clId="{794BC426-A25B-4BEB-80DA-A22D83525D67}" dt="2026-08-12T16:49:45.506" v="872" actId="478"/>
          <ac:picMkLst>
            <pc:docMk/>
            <pc:sldMk cId="3556476262" sldId="261"/>
            <ac:picMk id="17" creationId="{B2E02759-7BB9-B813-7930-8F6160C5905F}"/>
          </ac:picMkLst>
        </pc:picChg>
        <pc:picChg chg="del mod">
          <ac:chgData name="선기 김" userId="396c36cbc87b2336" providerId="LiveId" clId="{794BC426-A25B-4BEB-80DA-A22D83525D67}" dt="2026-08-12T17:00:11.477" v="1023" actId="478"/>
          <ac:picMkLst>
            <pc:docMk/>
            <pc:sldMk cId="3556476262" sldId="261"/>
            <ac:picMk id="18" creationId="{6EC65F55-8526-DE0F-8FAE-7EDAA8487860}"/>
          </ac:picMkLst>
        </pc:picChg>
        <pc:picChg chg="mod">
          <ac:chgData name="선기 김" userId="396c36cbc87b2336" providerId="LiveId" clId="{794BC426-A25B-4BEB-80DA-A22D83525D67}" dt="2026-08-12T16:51:40.248" v="895"/>
          <ac:picMkLst>
            <pc:docMk/>
            <pc:sldMk cId="3556476262" sldId="261"/>
            <ac:picMk id="20" creationId="{9458E6E7-77E1-63C4-3A77-1E9FC07D4333}"/>
          </ac:picMkLst>
        </pc:picChg>
        <pc:picChg chg="mod">
          <ac:chgData name="선기 김" userId="396c36cbc87b2336" providerId="LiveId" clId="{794BC426-A25B-4BEB-80DA-A22D83525D67}" dt="2026-08-12T16:52:44.328" v="947"/>
          <ac:picMkLst>
            <pc:docMk/>
            <pc:sldMk cId="3556476262" sldId="261"/>
            <ac:picMk id="22" creationId="{33D21C88-D96F-8F8B-26EA-CB3D27CA2E9A}"/>
          </ac:picMkLst>
        </pc:picChg>
        <pc:picChg chg="mod">
          <ac:chgData name="선기 김" userId="396c36cbc87b2336" providerId="LiveId" clId="{794BC426-A25B-4BEB-80DA-A22D83525D67}" dt="2026-08-12T16:52:43.370" v="935"/>
          <ac:picMkLst>
            <pc:docMk/>
            <pc:sldMk cId="3556476262" sldId="261"/>
            <ac:picMk id="24" creationId="{BF9AB8C1-C78E-3398-1B46-738DC046DAD9}"/>
          </ac:picMkLst>
        </pc:picChg>
        <pc:picChg chg="del mod">
          <ac:chgData name="선기 김" userId="396c36cbc87b2336" providerId="LiveId" clId="{794BC426-A25B-4BEB-80DA-A22D83525D67}" dt="2026-08-12T17:00:25.692" v="1038" actId="478"/>
          <ac:picMkLst>
            <pc:docMk/>
            <pc:sldMk cId="3556476262" sldId="261"/>
            <ac:picMk id="26" creationId="{8A69D667-AC1D-5AAA-04F5-9EAC8ECC2EC6}"/>
          </ac:picMkLst>
        </pc:picChg>
        <pc:picChg chg="del mod">
          <ac:chgData name="선기 김" userId="396c36cbc87b2336" providerId="LiveId" clId="{794BC426-A25B-4BEB-80DA-A22D83525D67}" dt="2026-08-12T16:54:49.564" v="1004" actId="478"/>
          <ac:picMkLst>
            <pc:docMk/>
            <pc:sldMk cId="3556476262" sldId="261"/>
            <ac:picMk id="28" creationId="{A60D0659-1FDD-5414-1553-ED59D11D3CDE}"/>
          </ac:picMkLst>
        </pc:picChg>
        <pc:picChg chg="del mod">
          <ac:chgData name="선기 김" userId="396c36cbc87b2336" providerId="LiveId" clId="{794BC426-A25B-4BEB-80DA-A22D83525D67}" dt="2026-08-12T17:00:25.254" v="1036" actId="478"/>
          <ac:picMkLst>
            <pc:docMk/>
            <pc:sldMk cId="3556476262" sldId="261"/>
            <ac:picMk id="30" creationId="{0E41F573-8FF9-8DCC-975F-DC6D9F3FE152}"/>
          </ac:picMkLst>
        </pc:picChg>
        <pc:picChg chg="mod">
          <ac:chgData name="선기 김" userId="396c36cbc87b2336" providerId="LiveId" clId="{794BC426-A25B-4BEB-80DA-A22D83525D67}" dt="2026-08-12T16:53:43.867" v="1003"/>
          <ac:picMkLst>
            <pc:docMk/>
            <pc:sldMk cId="3556476262" sldId="261"/>
            <ac:picMk id="32" creationId="{BD3AB1BF-ECC3-044C-2EAF-23CC5764B1D7}"/>
          </ac:picMkLst>
        </pc:picChg>
        <pc:picChg chg="add del mod">
          <ac:chgData name="선기 김" userId="396c36cbc87b2336" providerId="LiveId" clId="{794BC426-A25B-4BEB-80DA-A22D83525D67}" dt="2026-08-12T17:39:27.543" v="1221" actId="478"/>
          <ac:picMkLst>
            <pc:docMk/>
            <pc:sldMk cId="3556476262" sldId="261"/>
            <ac:picMk id="34" creationId="{F7232583-FE04-6D3B-3CCB-296B7F59EB06}"/>
          </ac:picMkLst>
        </pc:picChg>
        <pc:picChg chg="mod">
          <ac:chgData name="선기 김" userId="396c36cbc87b2336" providerId="LiveId" clId="{794BC426-A25B-4BEB-80DA-A22D83525D67}" dt="2026-08-12T17:01:30.585" v="1058" actId="1076"/>
          <ac:picMkLst>
            <pc:docMk/>
            <pc:sldMk cId="3556476262" sldId="261"/>
            <ac:picMk id="36" creationId="{F943C0D9-1556-E9BA-98DB-E84BA44BCF2F}"/>
          </ac:picMkLst>
        </pc:picChg>
        <pc:picChg chg="del mod">
          <ac:chgData name="선기 김" userId="396c36cbc87b2336" providerId="LiveId" clId="{794BC426-A25B-4BEB-80DA-A22D83525D67}" dt="2026-08-12T17:02:06.457" v="1059" actId="478"/>
          <ac:picMkLst>
            <pc:docMk/>
            <pc:sldMk cId="3556476262" sldId="261"/>
            <ac:picMk id="38" creationId="{D69323CB-CC78-9F55-7A37-5CC3AC432C92}"/>
          </ac:picMkLst>
        </pc:picChg>
        <pc:picChg chg="mod">
          <ac:chgData name="선기 김" userId="396c36cbc87b2336" providerId="LiveId" clId="{794BC426-A25B-4BEB-80DA-A22D83525D67}" dt="2026-08-12T17:02:39.876" v="1068" actId="1076"/>
          <ac:picMkLst>
            <pc:docMk/>
            <pc:sldMk cId="3556476262" sldId="261"/>
            <ac:picMk id="42" creationId="{EC4C6BE3-2EDE-4B79-D7A9-201AAC94AB84}"/>
          </ac:picMkLst>
        </pc:picChg>
        <pc:picChg chg="mod">
          <ac:chgData name="선기 김" userId="396c36cbc87b2336" providerId="LiveId" clId="{794BC426-A25B-4BEB-80DA-A22D83525D67}" dt="2026-08-12T17:39:31.954" v="1222" actId="1076"/>
          <ac:picMkLst>
            <pc:docMk/>
            <pc:sldMk cId="3556476262" sldId="261"/>
            <ac:picMk id="44" creationId="{542CD482-24CD-365B-99C6-4F6709685B72}"/>
          </ac:picMkLst>
        </pc:picChg>
      </pc:sldChg>
      <pc:sldChg chg="addSp delSp modSp add mod">
        <pc:chgData name="선기 김" userId="396c36cbc87b2336" providerId="LiveId" clId="{794BC426-A25B-4BEB-80DA-A22D83525D67}" dt="2026-08-12T17:39:47.781" v="1223" actId="1076"/>
        <pc:sldMkLst>
          <pc:docMk/>
          <pc:sldMk cId="920265941" sldId="262"/>
        </pc:sldMkLst>
        <pc:spChg chg="add del mod">
          <ac:chgData name="선기 김" userId="396c36cbc87b2336" providerId="LiveId" clId="{794BC426-A25B-4BEB-80DA-A22D83525D67}" dt="2026-08-12T17:15:02.351" v="1112" actId="478"/>
          <ac:spMkLst>
            <pc:docMk/>
            <pc:sldMk cId="920265941" sldId="262"/>
            <ac:spMk id="4" creationId="{03ED7093-DD4E-AB5E-06AC-824122F36A21}"/>
          </ac:spMkLst>
        </pc:spChg>
        <pc:spChg chg="mod">
          <ac:chgData name="선기 김" userId="396c36cbc87b2336" providerId="LiveId" clId="{794BC426-A25B-4BEB-80DA-A22D83525D67}" dt="2026-08-12T17:17:42.203" v="1149" actId="20577"/>
          <ac:spMkLst>
            <pc:docMk/>
            <pc:sldMk cId="920265941" sldId="262"/>
            <ac:spMk id="11" creationId="{B953F4F2-8C91-3193-8CF8-859041559738}"/>
          </ac:spMkLst>
        </pc:spChg>
        <pc:spChg chg="add mod">
          <ac:chgData name="선기 김" userId="396c36cbc87b2336" providerId="LiveId" clId="{794BC426-A25B-4BEB-80DA-A22D83525D67}" dt="2026-08-12T17:39:47.781" v="1223" actId="1076"/>
          <ac:spMkLst>
            <pc:docMk/>
            <pc:sldMk cId="920265941" sldId="262"/>
            <ac:spMk id="22" creationId="{9CE848E9-5596-7070-AB06-57A0F23DFF7C}"/>
          </ac:spMkLst>
        </pc:spChg>
        <pc:spChg chg="del">
          <ac:chgData name="선기 김" userId="396c36cbc87b2336" providerId="LiveId" clId="{794BC426-A25B-4BEB-80DA-A22D83525D67}" dt="2026-08-12T17:13:40.472" v="1087" actId="478"/>
          <ac:spMkLst>
            <pc:docMk/>
            <pc:sldMk cId="920265941" sldId="262"/>
            <ac:spMk id="40" creationId="{04ABE30E-779D-1747-5558-1847CA6DB306}"/>
          </ac:spMkLst>
        </pc:spChg>
        <pc:picChg chg="del">
          <ac:chgData name="선기 김" userId="396c36cbc87b2336" providerId="LiveId" clId="{794BC426-A25B-4BEB-80DA-A22D83525D67}" dt="2026-08-12T17:13:40.472" v="1087" actId="478"/>
          <ac:picMkLst>
            <pc:docMk/>
            <pc:sldMk cId="920265941" sldId="262"/>
            <ac:picMk id="3" creationId="{3A76E921-1826-9A05-B2F1-8CFB3F99E58D}"/>
          </ac:picMkLst>
        </pc:picChg>
        <pc:picChg chg="del mod">
          <ac:chgData name="선기 김" userId="396c36cbc87b2336" providerId="LiveId" clId="{794BC426-A25B-4BEB-80DA-A22D83525D67}" dt="2026-08-12T17:15:08.919" v="1114" actId="478"/>
          <ac:picMkLst>
            <pc:docMk/>
            <pc:sldMk cId="920265941" sldId="262"/>
            <ac:picMk id="8" creationId="{41F6B1F2-79D0-5442-15E2-A8BF98ACAB2C}"/>
          </ac:picMkLst>
        </pc:picChg>
        <pc:picChg chg="mod">
          <ac:chgData name="선기 김" userId="396c36cbc87b2336" providerId="LiveId" clId="{794BC426-A25B-4BEB-80DA-A22D83525D67}" dt="2026-08-12T17:39:47.781" v="1223" actId="1076"/>
          <ac:picMkLst>
            <pc:docMk/>
            <pc:sldMk cId="920265941" sldId="262"/>
            <ac:picMk id="10" creationId="{E97B97DC-051D-579B-BEEA-CA8C71197DC6}"/>
          </ac:picMkLst>
        </pc:picChg>
        <pc:picChg chg="del mod">
          <ac:chgData name="선기 김" userId="396c36cbc87b2336" providerId="LiveId" clId="{794BC426-A25B-4BEB-80DA-A22D83525D67}" dt="2026-08-12T17:18:42.574" v="1163" actId="478"/>
          <ac:picMkLst>
            <pc:docMk/>
            <pc:sldMk cId="920265941" sldId="262"/>
            <ac:picMk id="13" creationId="{7D852B1E-4999-CEC7-0CA3-89BEBDD0C26F}"/>
          </ac:picMkLst>
        </pc:picChg>
        <pc:picChg chg="del">
          <ac:chgData name="선기 김" userId="396c36cbc87b2336" providerId="LiveId" clId="{794BC426-A25B-4BEB-80DA-A22D83525D67}" dt="2026-08-12T17:13:40.472" v="1087" actId="478"/>
          <ac:picMkLst>
            <pc:docMk/>
            <pc:sldMk cId="920265941" sldId="262"/>
            <ac:picMk id="15" creationId="{29C406A0-C2DB-166C-D058-4BE5E1862643}"/>
          </ac:picMkLst>
        </pc:picChg>
        <pc:picChg chg="del mod">
          <ac:chgData name="선기 김" userId="396c36cbc87b2336" providerId="LiveId" clId="{794BC426-A25B-4BEB-80DA-A22D83525D67}" dt="2026-08-12T17:18:41.839" v="1162" actId="478"/>
          <ac:picMkLst>
            <pc:docMk/>
            <pc:sldMk cId="920265941" sldId="262"/>
            <ac:picMk id="16" creationId="{937900CA-F4DC-A8E6-E0C9-9AB6105BF0FD}"/>
          </ac:picMkLst>
        </pc:picChg>
        <pc:picChg chg="del mod">
          <ac:chgData name="선기 김" userId="396c36cbc87b2336" providerId="LiveId" clId="{794BC426-A25B-4BEB-80DA-A22D83525D67}" dt="2026-08-12T17:18:41.839" v="1162" actId="478"/>
          <ac:picMkLst>
            <pc:docMk/>
            <pc:sldMk cId="920265941" sldId="262"/>
            <ac:picMk id="18" creationId="{0E69C87D-C9F2-D64D-F588-F7A94CF66599}"/>
          </ac:picMkLst>
        </pc:picChg>
        <pc:picChg chg="mod">
          <ac:chgData name="선기 김" userId="396c36cbc87b2336" providerId="LiveId" clId="{794BC426-A25B-4BEB-80DA-A22D83525D67}" dt="2026-08-12T17:39:47.781" v="1223" actId="1076"/>
          <ac:picMkLst>
            <pc:docMk/>
            <pc:sldMk cId="920265941" sldId="262"/>
            <ac:picMk id="20" creationId="{434AB1FC-5C46-A786-D950-3777BAFD4D1E}"/>
          </ac:picMkLst>
        </pc:picChg>
        <pc:picChg chg="del">
          <ac:chgData name="선기 김" userId="396c36cbc87b2336" providerId="LiveId" clId="{794BC426-A25B-4BEB-80DA-A22D83525D67}" dt="2026-08-12T17:13:40.472" v="1087" actId="478"/>
          <ac:picMkLst>
            <pc:docMk/>
            <pc:sldMk cId="920265941" sldId="262"/>
            <ac:picMk id="34" creationId="{153E4202-45BD-B2EE-5F99-CF0E0ECA7B39}"/>
          </ac:picMkLst>
        </pc:picChg>
        <pc:picChg chg="del">
          <ac:chgData name="선기 김" userId="396c36cbc87b2336" providerId="LiveId" clId="{794BC426-A25B-4BEB-80DA-A22D83525D67}" dt="2026-08-12T17:13:40.992" v="1088" actId="478"/>
          <ac:picMkLst>
            <pc:docMk/>
            <pc:sldMk cId="920265941" sldId="262"/>
            <ac:picMk id="36" creationId="{F7180DB4-2DBB-330E-A7FD-10413BC99154}"/>
          </ac:picMkLst>
        </pc:picChg>
        <pc:picChg chg="del">
          <ac:chgData name="선기 김" userId="396c36cbc87b2336" providerId="LiveId" clId="{794BC426-A25B-4BEB-80DA-A22D83525D67}" dt="2026-08-12T17:13:40.472" v="1087" actId="478"/>
          <ac:picMkLst>
            <pc:docMk/>
            <pc:sldMk cId="920265941" sldId="262"/>
            <ac:picMk id="42" creationId="{6FC37FF8-8366-5112-9CCF-47196A1CD008}"/>
          </ac:picMkLst>
        </pc:picChg>
      </pc:sldChg>
      <pc:sldChg chg="addSp delSp modSp add mod">
        <pc:chgData name="선기 김" userId="396c36cbc87b2336" providerId="LiveId" clId="{794BC426-A25B-4BEB-80DA-A22D83525D67}" dt="2026-08-12T17:51:46.504" v="1279" actId="14100"/>
        <pc:sldMkLst>
          <pc:docMk/>
          <pc:sldMk cId="2210359395" sldId="263"/>
        </pc:sldMkLst>
        <pc:spChg chg="del">
          <ac:chgData name="선기 김" userId="396c36cbc87b2336" providerId="LiveId" clId="{794BC426-A25B-4BEB-80DA-A22D83525D67}" dt="2026-08-12T17:42:00.590" v="1227" actId="478"/>
          <ac:spMkLst>
            <pc:docMk/>
            <pc:sldMk cId="2210359395" sldId="263"/>
            <ac:spMk id="11" creationId="{7A19000D-94BE-F20B-12F7-7ED7F177649A}"/>
          </ac:spMkLst>
        </pc:spChg>
        <pc:spChg chg="del">
          <ac:chgData name="선기 김" userId="396c36cbc87b2336" providerId="LiveId" clId="{794BC426-A25B-4BEB-80DA-A22D83525D67}" dt="2026-08-12T17:27:27.713" v="1183" actId="478"/>
          <ac:spMkLst>
            <pc:docMk/>
            <pc:sldMk cId="2210359395" sldId="263"/>
            <ac:spMk id="22" creationId="{03AF440D-EF80-05C9-3B30-028CAF95A996}"/>
          </ac:spMkLst>
        </pc:spChg>
        <pc:spChg chg="add mod">
          <ac:chgData name="선기 김" userId="396c36cbc87b2336" providerId="LiveId" clId="{794BC426-A25B-4BEB-80DA-A22D83525D67}" dt="2026-08-12T17:51:46.504" v="1279" actId="14100"/>
          <ac:spMkLst>
            <pc:docMk/>
            <pc:sldMk cId="2210359395" sldId="263"/>
            <ac:spMk id="25" creationId="{2647EEF6-290D-2E4F-D7B6-231A281BC1B2}"/>
          </ac:spMkLst>
        </pc:spChg>
        <pc:picChg chg="del mod">
          <ac:chgData name="선기 김" userId="396c36cbc87b2336" providerId="LiveId" clId="{794BC426-A25B-4BEB-80DA-A22D83525D67}" dt="2026-08-12T17:39:56.280" v="1224" actId="478"/>
          <ac:picMkLst>
            <pc:docMk/>
            <pc:sldMk cId="2210359395" sldId="263"/>
            <ac:picMk id="3" creationId="{7151C1F7-67DD-1C78-469D-3C11CCBCF32B}"/>
          </ac:picMkLst>
        </pc:picChg>
        <pc:picChg chg="add del mod">
          <ac:chgData name="선기 김" userId="396c36cbc87b2336" providerId="LiveId" clId="{794BC426-A25B-4BEB-80DA-A22D83525D67}" dt="2026-08-12T17:39:56.853" v="1225" actId="478"/>
          <ac:picMkLst>
            <pc:docMk/>
            <pc:sldMk cId="2210359395" sldId="263"/>
            <ac:picMk id="6" creationId="{8BDAEFB3-2984-B6CE-1021-A4579AA49799}"/>
          </ac:picMkLst>
        </pc:picChg>
        <pc:picChg chg="del mod">
          <ac:chgData name="선기 김" userId="396c36cbc87b2336" providerId="LiveId" clId="{794BC426-A25B-4BEB-80DA-A22D83525D67}" dt="2026-08-12T17:39:57.250" v="1226" actId="478"/>
          <ac:picMkLst>
            <pc:docMk/>
            <pc:sldMk cId="2210359395" sldId="263"/>
            <ac:picMk id="9" creationId="{A98112B3-8D0A-3A8A-33BD-702081612604}"/>
          </ac:picMkLst>
        </pc:picChg>
        <pc:picChg chg="del">
          <ac:chgData name="선기 김" userId="396c36cbc87b2336" providerId="LiveId" clId="{794BC426-A25B-4BEB-80DA-A22D83525D67}" dt="2026-08-12T17:27:27.713" v="1183" actId="478"/>
          <ac:picMkLst>
            <pc:docMk/>
            <pc:sldMk cId="2210359395" sldId="263"/>
            <ac:picMk id="10" creationId="{F99D0452-6CB4-6021-8982-7348F9CF4A5A}"/>
          </ac:picMkLst>
        </pc:picChg>
        <pc:picChg chg="del mod">
          <ac:chgData name="선기 김" userId="396c36cbc87b2336" providerId="LiveId" clId="{794BC426-A25B-4BEB-80DA-A22D83525D67}" dt="2026-08-12T17:47:36.841" v="1237" actId="478"/>
          <ac:picMkLst>
            <pc:docMk/>
            <pc:sldMk cId="2210359395" sldId="263"/>
            <ac:picMk id="13" creationId="{5DD9344C-E7B4-C3C4-2C6A-D113D60D9E8E}"/>
          </ac:picMkLst>
        </pc:picChg>
        <pc:picChg chg="mod">
          <ac:chgData name="선기 김" userId="396c36cbc87b2336" providerId="LiveId" clId="{794BC426-A25B-4BEB-80DA-A22D83525D67}" dt="2026-08-12T17:48:36.189" v="1246" actId="1076"/>
          <ac:picMkLst>
            <pc:docMk/>
            <pc:sldMk cId="2210359395" sldId="263"/>
            <ac:picMk id="15" creationId="{9B24280A-B199-DCB9-B9C6-F1B9FAF58713}"/>
          </ac:picMkLst>
        </pc:picChg>
        <pc:picChg chg="mod">
          <ac:chgData name="선기 김" userId="396c36cbc87b2336" providerId="LiveId" clId="{794BC426-A25B-4BEB-80DA-A22D83525D67}" dt="2026-08-12T17:48:48.984" v="1255" actId="1076"/>
          <ac:picMkLst>
            <pc:docMk/>
            <pc:sldMk cId="2210359395" sldId="263"/>
            <ac:picMk id="17" creationId="{634D1D69-0857-491B-6628-8E825D5B8E9E}"/>
          </ac:picMkLst>
        </pc:picChg>
        <pc:picChg chg="mod">
          <ac:chgData name="선기 김" userId="396c36cbc87b2336" providerId="LiveId" clId="{794BC426-A25B-4BEB-80DA-A22D83525D67}" dt="2026-08-12T17:49:27.712" v="1264" actId="1076"/>
          <ac:picMkLst>
            <pc:docMk/>
            <pc:sldMk cId="2210359395" sldId="263"/>
            <ac:picMk id="19" creationId="{055A54CD-D48A-E847-94FA-A664D7A9D933}"/>
          </ac:picMkLst>
        </pc:picChg>
        <pc:picChg chg="del">
          <ac:chgData name="선기 김" userId="396c36cbc87b2336" providerId="LiveId" clId="{794BC426-A25B-4BEB-80DA-A22D83525D67}" dt="2026-08-12T17:27:27.713" v="1183" actId="478"/>
          <ac:picMkLst>
            <pc:docMk/>
            <pc:sldMk cId="2210359395" sldId="263"/>
            <ac:picMk id="20" creationId="{5B07A90A-F1A8-F43E-74A2-3ED06DBF9B1B}"/>
          </ac:picMkLst>
        </pc:picChg>
        <pc:picChg chg="mod">
          <ac:chgData name="선기 김" userId="396c36cbc87b2336" providerId="LiveId" clId="{794BC426-A25B-4BEB-80DA-A22D83525D67}" dt="2026-08-12T17:49:48.561" v="1273" actId="1076"/>
          <ac:picMkLst>
            <pc:docMk/>
            <pc:sldMk cId="2210359395" sldId="263"/>
            <ac:picMk id="23" creationId="{5C8366AD-2DAD-5714-D6D4-890F283C76EE}"/>
          </ac:picMkLst>
        </pc:picChg>
      </pc:sldChg>
      <pc:sldChg chg="add">
        <pc:chgData name="선기 김" userId="396c36cbc87b2336" providerId="LiveId" clId="{794BC426-A25B-4BEB-80DA-A22D83525D67}" dt="2026-08-12T17:54:48.706" v="1280"/>
        <pc:sldMkLst>
          <pc:docMk/>
          <pc:sldMk cId="1108712356" sldId="264"/>
        </pc:sldMkLst>
      </pc:sldChg>
      <pc:sldChg chg="addSp delSp modSp add mod">
        <pc:chgData name="선기 김" userId="396c36cbc87b2336" providerId="LiveId" clId="{794BC426-A25B-4BEB-80DA-A22D83525D67}" dt="2026-08-12T18:02:46.559" v="1395" actId="22"/>
        <pc:sldMkLst>
          <pc:docMk/>
          <pc:sldMk cId="2696976225" sldId="265"/>
        </pc:sldMkLst>
        <pc:spChg chg="add mod">
          <ac:chgData name="선기 김" userId="396c36cbc87b2336" providerId="LiveId" clId="{794BC426-A25B-4BEB-80DA-A22D83525D67}" dt="2026-08-12T17:58:47.284" v="1330" actId="20577"/>
          <ac:spMkLst>
            <pc:docMk/>
            <pc:sldMk cId="2696976225" sldId="265"/>
            <ac:spMk id="3" creationId="{89BC41D8-61C5-4202-A2C4-6FF439F01A72}"/>
          </ac:spMkLst>
        </pc:spChg>
        <pc:spChg chg="add del mod">
          <ac:chgData name="선기 김" userId="396c36cbc87b2336" providerId="LiveId" clId="{794BC426-A25B-4BEB-80DA-A22D83525D67}" dt="2026-08-12T18:02:46.290" v="1394" actId="478"/>
          <ac:spMkLst>
            <pc:docMk/>
            <pc:sldMk cId="2696976225" sldId="265"/>
            <ac:spMk id="6" creationId="{CB0EF719-E0AD-CBB7-AF1C-F68FC62C1E09}"/>
          </ac:spMkLst>
        </pc:spChg>
        <pc:spChg chg="del mod">
          <ac:chgData name="선기 김" userId="396c36cbc87b2336" providerId="LiveId" clId="{794BC426-A25B-4BEB-80DA-A22D83525D67}" dt="2026-08-12T17:58:27.288" v="1291"/>
          <ac:spMkLst>
            <pc:docMk/>
            <pc:sldMk cId="2696976225" sldId="265"/>
            <ac:spMk id="7" creationId="{441E699C-B4AA-95CF-3D22-56BD3AC1FC0C}"/>
          </ac:spMkLst>
        </pc:spChg>
        <pc:spChg chg="add">
          <ac:chgData name="선기 김" userId="396c36cbc87b2336" providerId="LiveId" clId="{794BC426-A25B-4BEB-80DA-A22D83525D67}" dt="2026-08-12T18:02:46.559" v="1395" actId="22"/>
          <ac:spMkLst>
            <pc:docMk/>
            <pc:sldMk cId="2696976225" sldId="265"/>
            <ac:spMk id="9" creationId="{32446015-7A3A-B5A9-D15E-1004BDD3B494}"/>
          </ac:spMkLst>
        </pc:spChg>
        <pc:spChg chg="del">
          <ac:chgData name="선기 김" userId="396c36cbc87b2336" providerId="LiveId" clId="{794BC426-A25B-4BEB-80DA-A22D83525D67}" dt="2026-08-12T17:58:50.532" v="1335" actId="478"/>
          <ac:spMkLst>
            <pc:docMk/>
            <pc:sldMk cId="2696976225" sldId="265"/>
            <ac:spMk id="25" creationId="{E3ED4F29-E6D8-E464-0795-214FC143B55B}"/>
          </ac:spMkLst>
        </pc:spChg>
        <pc:picChg chg="del">
          <ac:chgData name="선기 김" userId="396c36cbc87b2336" providerId="LiveId" clId="{794BC426-A25B-4BEB-80DA-A22D83525D67}" dt="2026-08-12T17:58:48.482" v="1331" actId="478"/>
          <ac:picMkLst>
            <pc:docMk/>
            <pc:sldMk cId="2696976225" sldId="265"/>
            <ac:picMk id="15" creationId="{15F6C356-7D65-7C6D-D4FB-2F79B3096C89}"/>
          </ac:picMkLst>
        </pc:picChg>
        <pc:picChg chg="del">
          <ac:chgData name="선기 김" userId="396c36cbc87b2336" providerId="LiveId" clId="{794BC426-A25B-4BEB-80DA-A22D83525D67}" dt="2026-08-12T17:58:49.016" v="1332" actId="478"/>
          <ac:picMkLst>
            <pc:docMk/>
            <pc:sldMk cId="2696976225" sldId="265"/>
            <ac:picMk id="17" creationId="{191F799E-E5A4-7182-6A5B-1E8DE0BF6A99}"/>
          </ac:picMkLst>
        </pc:picChg>
        <pc:picChg chg="del">
          <ac:chgData name="선기 김" userId="396c36cbc87b2336" providerId="LiveId" clId="{794BC426-A25B-4BEB-80DA-A22D83525D67}" dt="2026-08-12T17:58:49.518" v="1333" actId="478"/>
          <ac:picMkLst>
            <pc:docMk/>
            <pc:sldMk cId="2696976225" sldId="265"/>
            <ac:picMk id="19" creationId="{F1CF012D-E3B2-F40B-126C-6A8583DA92D7}"/>
          </ac:picMkLst>
        </pc:picChg>
        <pc:picChg chg="del">
          <ac:chgData name="선기 김" userId="396c36cbc87b2336" providerId="LiveId" clId="{794BC426-A25B-4BEB-80DA-A22D83525D67}" dt="2026-08-12T17:58:49.871" v="1334" actId="478"/>
          <ac:picMkLst>
            <pc:docMk/>
            <pc:sldMk cId="2696976225" sldId="265"/>
            <ac:picMk id="23" creationId="{0D563C83-2D23-B369-90EB-0401BFE332BA}"/>
          </ac:picMkLst>
        </pc:picChg>
      </pc:sldChg>
      <pc:sldChg chg="addSp delSp modSp add mod">
        <pc:chgData name="선기 김" userId="396c36cbc87b2336" providerId="LiveId" clId="{794BC426-A25B-4BEB-80DA-A22D83525D67}" dt="2026-08-12T18:16:10.593" v="1677" actId="1076"/>
        <pc:sldMkLst>
          <pc:docMk/>
          <pc:sldMk cId="477663593" sldId="266"/>
        </pc:sldMkLst>
        <pc:spChg chg="mod">
          <ac:chgData name="선기 김" userId="396c36cbc87b2336" providerId="LiveId" clId="{794BC426-A25B-4BEB-80DA-A22D83525D67}" dt="2026-08-12T18:01:33.359" v="1381" actId="2711"/>
          <ac:spMkLst>
            <pc:docMk/>
            <pc:sldMk cId="477663593" sldId="266"/>
            <ac:spMk id="3" creationId="{7FA3E6E7-2AD7-B1E8-F0E6-CFF0687A3D68}"/>
          </ac:spMkLst>
        </pc:spChg>
        <pc:spChg chg="mod">
          <ac:chgData name="선기 김" userId="396c36cbc87b2336" providerId="LiveId" clId="{794BC426-A25B-4BEB-80DA-A22D83525D67}" dt="2026-08-12T18:08:00.297" v="1496" actId="1076"/>
          <ac:spMkLst>
            <pc:docMk/>
            <pc:sldMk cId="477663593" sldId="266"/>
            <ac:spMk id="6" creationId="{07EE5791-24D7-BA3E-E4A3-F5A8ABF4CAD5}"/>
          </ac:spMkLst>
        </pc:spChg>
        <pc:spChg chg="add mod">
          <ac:chgData name="선기 김" userId="396c36cbc87b2336" providerId="LiveId" clId="{794BC426-A25B-4BEB-80DA-A22D83525D67}" dt="2026-08-12T18:12:05.286" v="1608" actId="20577"/>
          <ac:spMkLst>
            <pc:docMk/>
            <pc:sldMk cId="477663593" sldId="266"/>
            <ac:spMk id="20" creationId="{CACC298A-F547-472A-4D05-3799874AF860}"/>
          </ac:spMkLst>
        </pc:spChg>
        <pc:picChg chg="del mod">
          <ac:chgData name="선기 김" userId="396c36cbc87b2336" providerId="LiveId" clId="{794BC426-A25B-4BEB-80DA-A22D83525D67}" dt="2026-08-12T18:07:42.976" v="1486" actId="478"/>
          <ac:picMkLst>
            <pc:docMk/>
            <pc:sldMk cId="477663593" sldId="266"/>
            <ac:picMk id="4" creationId="{BC874AD6-A004-352A-6569-9A7A535FD849}"/>
          </ac:picMkLst>
        </pc:picChg>
        <pc:picChg chg="mod">
          <ac:chgData name="선기 김" userId="396c36cbc87b2336" providerId="LiveId" clId="{794BC426-A25B-4BEB-80DA-A22D83525D67}" dt="2026-08-12T18:08:04.548" v="1497" actId="1076"/>
          <ac:picMkLst>
            <pc:docMk/>
            <pc:sldMk cId="477663593" sldId="266"/>
            <ac:picMk id="8" creationId="{88B675C2-8C43-187A-2C0A-D2EF687B928A}"/>
          </ac:picMkLst>
        </pc:picChg>
        <pc:picChg chg="mod">
          <ac:chgData name="선기 김" userId="396c36cbc87b2336" providerId="LiveId" clId="{794BC426-A25B-4BEB-80DA-A22D83525D67}" dt="2026-08-12T18:08:10.395" v="1514"/>
          <ac:picMkLst>
            <pc:docMk/>
            <pc:sldMk cId="477663593" sldId="266"/>
            <ac:picMk id="10" creationId="{F5AD2929-998C-59B1-3A36-AE9A8F5B4AC6}"/>
          </ac:picMkLst>
        </pc:picChg>
        <pc:picChg chg="mod">
          <ac:chgData name="선기 김" userId="396c36cbc87b2336" providerId="LiveId" clId="{794BC426-A25B-4BEB-80DA-A22D83525D67}" dt="2026-08-12T18:08:40.857" v="1533"/>
          <ac:picMkLst>
            <pc:docMk/>
            <pc:sldMk cId="477663593" sldId="266"/>
            <ac:picMk id="12" creationId="{E14B7D29-2FDF-9085-041E-70BC168F134E}"/>
          </ac:picMkLst>
        </pc:picChg>
        <pc:picChg chg="mod">
          <ac:chgData name="선기 김" userId="396c36cbc87b2336" providerId="LiveId" clId="{794BC426-A25B-4BEB-80DA-A22D83525D67}" dt="2026-08-12T18:10:38.555" v="1578" actId="1037"/>
          <ac:picMkLst>
            <pc:docMk/>
            <pc:sldMk cId="477663593" sldId="266"/>
            <ac:picMk id="14" creationId="{C19303A5-CB4A-105F-3289-635BBF3F3492}"/>
          </ac:picMkLst>
        </pc:picChg>
        <pc:picChg chg="del mod">
          <ac:chgData name="선기 김" userId="396c36cbc87b2336" providerId="LiveId" clId="{794BC426-A25B-4BEB-80DA-A22D83525D67}" dt="2026-08-12T18:09:25.456" v="1554" actId="478"/>
          <ac:picMkLst>
            <pc:docMk/>
            <pc:sldMk cId="477663593" sldId="266"/>
            <ac:picMk id="16" creationId="{A8C5CD02-CA59-E5D1-1603-648F0DBBE740}"/>
          </ac:picMkLst>
        </pc:picChg>
        <pc:picChg chg="del mod">
          <ac:chgData name="선기 김" userId="396c36cbc87b2336" providerId="LiveId" clId="{794BC426-A25B-4BEB-80DA-A22D83525D67}" dt="2026-08-12T18:09:38.847" v="1564" actId="478"/>
          <ac:picMkLst>
            <pc:docMk/>
            <pc:sldMk cId="477663593" sldId="266"/>
            <ac:picMk id="18" creationId="{4021FED0-A831-0819-0A0C-9FC96A7729D7}"/>
          </ac:picMkLst>
        </pc:picChg>
        <pc:picChg chg="add del mod">
          <ac:chgData name="선기 김" userId="396c36cbc87b2336" providerId="LiveId" clId="{794BC426-A25B-4BEB-80DA-A22D83525D67}" dt="2026-08-12T18:13:01.998" v="1620" actId="478"/>
          <ac:picMkLst>
            <pc:docMk/>
            <pc:sldMk cId="477663593" sldId="266"/>
            <ac:picMk id="22" creationId="{D17651EF-5843-49D2-1F61-2F0403ACB24A}"/>
          </ac:picMkLst>
        </pc:picChg>
        <pc:picChg chg="mod">
          <ac:chgData name="선기 김" userId="396c36cbc87b2336" providerId="LiveId" clId="{794BC426-A25B-4BEB-80DA-A22D83525D67}" dt="2026-08-12T18:13:12.180" v="1629" actId="1076"/>
          <ac:picMkLst>
            <pc:docMk/>
            <pc:sldMk cId="477663593" sldId="266"/>
            <ac:picMk id="24" creationId="{5501E95E-8EA5-8F7B-6296-F8904FE7D385}"/>
          </ac:picMkLst>
        </pc:picChg>
        <pc:picChg chg="mod">
          <ac:chgData name="선기 김" userId="396c36cbc87b2336" providerId="LiveId" clId="{794BC426-A25B-4BEB-80DA-A22D83525D67}" dt="2026-08-12T18:13:20.365" v="1638" actId="1076"/>
          <ac:picMkLst>
            <pc:docMk/>
            <pc:sldMk cId="477663593" sldId="266"/>
            <ac:picMk id="26" creationId="{4BC0F221-278D-14CC-73E3-8BAE8A0EE6A3}"/>
          </ac:picMkLst>
        </pc:picChg>
        <pc:picChg chg="del mod">
          <ac:chgData name="선기 김" userId="396c36cbc87b2336" providerId="LiveId" clId="{794BC426-A25B-4BEB-80DA-A22D83525D67}" dt="2026-08-12T18:15:17.082" v="1649" actId="478"/>
          <ac:picMkLst>
            <pc:docMk/>
            <pc:sldMk cId="477663593" sldId="266"/>
            <ac:picMk id="28" creationId="{AB4957CA-D5E1-B8F1-F6C2-6DBB21B09523}"/>
          </ac:picMkLst>
        </pc:picChg>
        <pc:picChg chg="mod">
          <ac:chgData name="선기 김" userId="396c36cbc87b2336" providerId="LiveId" clId="{794BC426-A25B-4BEB-80DA-A22D83525D67}" dt="2026-08-12T18:15:53.518" v="1668"/>
          <ac:picMkLst>
            <pc:docMk/>
            <pc:sldMk cId="477663593" sldId="266"/>
            <ac:picMk id="30" creationId="{56F37D6B-6C87-DAC8-DC3A-893A6961A414}"/>
          </ac:picMkLst>
        </pc:picChg>
        <pc:picChg chg="mod">
          <ac:chgData name="선기 김" userId="396c36cbc87b2336" providerId="LiveId" clId="{794BC426-A25B-4BEB-80DA-A22D83525D67}" dt="2026-08-12T18:16:10.593" v="1677" actId="1076"/>
          <ac:picMkLst>
            <pc:docMk/>
            <pc:sldMk cId="477663593" sldId="266"/>
            <ac:picMk id="32" creationId="{AFE8467C-8070-FE81-0D77-14309751141D}"/>
          </ac:picMkLst>
        </pc:picChg>
      </pc:sldChg>
      <pc:sldChg chg="addSp delSp modSp add mod">
        <pc:chgData name="선기 김" userId="396c36cbc87b2336" providerId="LiveId" clId="{794BC426-A25B-4BEB-80DA-A22D83525D67}" dt="2026-08-12T18:18:13.344" v="1705" actId="1076"/>
        <pc:sldMkLst>
          <pc:docMk/>
          <pc:sldMk cId="4097966272" sldId="267"/>
        </pc:sldMkLst>
        <pc:spChg chg="mod">
          <ac:chgData name="선기 김" userId="396c36cbc87b2336" providerId="LiveId" clId="{794BC426-A25B-4BEB-80DA-A22D83525D67}" dt="2026-08-12T18:16:51.468" v="1680" actId="2711"/>
          <ac:spMkLst>
            <pc:docMk/>
            <pc:sldMk cId="4097966272" sldId="267"/>
            <ac:spMk id="3" creationId="{4713D0FF-895B-8789-AB8A-575C510BD462}"/>
          </ac:spMkLst>
        </pc:spChg>
        <pc:spChg chg="mod">
          <ac:chgData name="선기 김" userId="396c36cbc87b2336" providerId="LiveId" clId="{794BC426-A25B-4BEB-80DA-A22D83525D67}" dt="2026-08-12T18:17:24.025" v="1686" actId="2711"/>
          <ac:spMkLst>
            <pc:docMk/>
            <pc:sldMk cId="4097966272" sldId="267"/>
            <ac:spMk id="6" creationId="{07A8CFBB-1D52-E572-C865-DD3EC054625D}"/>
          </ac:spMkLst>
        </pc:spChg>
        <pc:spChg chg="add mod">
          <ac:chgData name="선기 김" userId="396c36cbc87b2336" providerId="LiveId" clId="{794BC426-A25B-4BEB-80DA-A22D83525D67}" dt="2026-08-12T18:18:07.899" v="1703" actId="2711"/>
          <ac:spMkLst>
            <pc:docMk/>
            <pc:sldMk cId="4097966272" sldId="267"/>
            <ac:spMk id="10" creationId="{65228BD4-C805-92AE-2DF3-4A32D70EE538}"/>
          </ac:spMkLst>
        </pc:spChg>
        <pc:spChg chg="add mod">
          <ac:chgData name="선기 김" userId="396c36cbc87b2336" providerId="LiveId" clId="{794BC426-A25B-4BEB-80DA-A22D83525D67}" dt="2026-08-12T18:18:10.843" v="1704" actId="2711"/>
          <ac:spMkLst>
            <pc:docMk/>
            <pc:sldMk cId="4097966272" sldId="267"/>
            <ac:spMk id="12" creationId="{A6EA23E3-AB58-FCA0-CDB2-0E5EA3079659}"/>
          </ac:spMkLst>
        </pc:spChg>
        <pc:spChg chg="del">
          <ac:chgData name="선기 김" userId="396c36cbc87b2336" providerId="LiveId" clId="{794BC426-A25B-4BEB-80DA-A22D83525D67}" dt="2026-08-12T18:17:07.347" v="1681" actId="478"/>
          <ac:spMkLst>
            <pc:docMk/>
            <pc:sldMk cId="4097966272" sldId="267"/>
            <ac:spMk id="20" creationId="{29D9314F-DE99-4B49-B4A2-96F87E3FFE89}"/>
          </ac:spMkLst>
        </pc:spChg>
        <pc:picChg chg="add mod">
          <ac:chgData name="선기 김" userId="396c36cbc87b2336" providerId="LiveId" clId="{794BC426-A25B-4BEB-80DA-A22D83525D67}" dt="2026-08-12T18:18:13.344" v="1705" actId="1076"/>
          <ac:picMkLst>
            <pc:docMk/>
            <pc:sldMk cId="4097966272" sldId="267"/>
            <ac:picMk id="4" creationId="{A3FC575D-C15D-2376-95CD-EBF86B124FBE}"/>
          </ac:picMkLst>
        </pc:picChg>
        <pc:picChg chg="del">
          <ac:chgData name="선기 김" userId="396c36cbc87b2336" providerId="LiveId" clId="{794BC426-A25B-4BEB-80DA-A22D83525D67}" dt="2026-08-12T18:17:07.347" v="1681" actId="478"/>
          <ac:picMkLst>
            <pc:docMk/>
            <pc:sldMk cId="4097966272" sldId="267"/>
            <ac:picMk id="8" creationId="{178A2D53-229E-A2CF-C97E-D6E22B28544B}"/>
          </ac:picMkLst>
        </pc:picChg>
        <pc:picChg chg="add mod">
          <ac:chgData name="선기 김" userId="396c36cbc87b2336" providerId="LiveId" clId="{794BC426-A25B-4BEB-80DA-A22D83525D67}" dt="2026-08-12T18:17:45.522" v="1690" actId="1076"/>
          <ac:picMkLst>
            <pc:docMk/>
            <pc:sldMk cId="4097966272" sldId="267"/>
            <ac:picMk id="9" creationId="{5B0C8106-F642-0919-5F2C-AD782EEAA175}"/>
          </ac:picMkLst>
        </pc:picChg>
        <pc:picChg chg="del">
          <ac:chgData name="선기 김" userId="396c36cbc87b2336" providerId="LiveId" clId="{794BC426-A25B-4BEB-80DA-A22D83525D67}" dt="2026-08-12T18:17:07.347" v="1681" actId="478"/>
          <ac:picMkLst>
            <pc:docMk/>
            <pc:sldMk cId="4097966272" sldId="267"/>
            <ac:picMk id="14" creationId="{B46EC57B-283D-7B2A-C1DC-34091A4A9C1A}"/>
          </ac:picMkLst>
        </pc:picChg>
        <pc:picChg chg="del">
          <ac:chgData name="선기 김" userId="396c36cbc87b2336" providerId="LiveId" clId="{794BC426-A25B-4BEB-80DA-A22D83525D67}" dt="2026-08-12T18:17:07.347" v="1681" actId="478"/>
          <ac:picMkLst>
            <pc:docMk/>
            <pc:sldMk cId="4097966272" sldId="267"/>
            <ac:picMk id="24" creationId="{C7198D3E-A4C7-E04F-3431-4C73307182C0}"/>
          </ac:picMkLst>
        </pc:picChg>
        <pc:picChg chg="del">
          <ac:chgData name="선기 김" userId="396c36cbc87b2336" providerId="LiveId" clId="{794BC426-A25B-4BEB-80DA-A22D83525D67}" dt="2026-08-12T18:17:07.347" v="1681" actId="478"/>
          <ac:picMkLst>
            <pc:docMk/>
            <pc:sldMk cId="4097966272" sldId="267"/>
            <ac:picMk id="26" creationId="{59A30EE1-B2B9-556F-4279-AFEA5C7ABBE3}"/>
          </ac:picMkLst>
        </pc:picChg>
        <pc:picChg chg="del">
          <ac:chgData name="선기 김" userId="396c36cbc87b2336" providerId="LiveId" clId="{794BC426-A25B-4BEB-80DA-A22D83525D67}" dt="2026-08-12T18:17:07.347" v="1681" actId="478"/>
          <ac:picMkLst>
            <pc:docMk/>
            <pc:sldMk cId="4097966272" sldId="267"/>
            <ac:picMk id="32" creationId="{B28425D4-43EA-5AED-B54B-83A280DD50BD}"/>
          </ac:picMkLst>
        </pc:picChg>
      </pc:sldChg>
      <pc:sldChg chg="delSp modSp add mod">
        <pc:chgData name="선기 김" userId="396c36cbc87b2336" providerId="LiveId" clId="{794BC426-A25B-4BEB-80DA-A22D83525D67}" dt="2026-08-12T18:27:13.133" v="1735" actId="1076"/>
        <pc:sldMkLst>
          <pc:docMk/>
          <pc:sldMk cId="3895767903" sldId="268"/>
        </pc:sldMkLst>
        <pc:spChg chg="mod">
          <ac:chgData name="선기 김" userId="396c36cbc87b2336" providerId="LiveId" clId="{794BC426-A25B-4BEB-80DA-A22D83525D67}" dt="2026-08-12T18:19:38.049" v="1708" actId="2711"/>
          <ac:spMkLst>
            <pc:docMk/>
            <pc:sldMk cId="3895767903" sldId="268"/>
            <ac:spMk id="3" creationId="{03CE1E90-20CB-9C55-8EFC-F2B2B0B51646}"/>
          </ac:spMkLst>
        </pc:spChg>
        <pc:spChg chg="mod">
          <ac:chgData name="선기 김" userId="396c36cbc87b2336" providerId="LiveId" clId="{794BC426-A25B-4BEB-80DA-A22D83525D67}" dt="2026-08-12T18:26:13.334" v="1714" actId="14100"/>
          <ac:spMkLst>
            <pc:docMk/>
            <pc:sldMk cId="3895767903" sldId="268"/>
            <ac:spMk id="6" creationId="{F21EE8CD-425F-A1A4-BC9D-3AD04135801C}"/>
          </ac:spMkLst>
        </pc:spChg>
        <pc:spChg chg="del">
          <ac:chgData name="선기 김" userId="396c36cbc87b2336" providerId="LiveId" clId="{794BC426-A25B-4BEB-80DA-A22D83525D67}" dt="2026-08-12T18:26:15.530" v="1715" actId="478"/>
          <ac:spMkLst>
            <pc:docMk/>
            <pc:sldMk cId="3895767903" sldId="268"/>
            <ac:spMk id="10" creationId="{3298E9B6-3171-1A18-4665-F1031954E179}"/>
          </ac:spMkLst>
        </pc:spChg>
        <pc:spChg chg="del">
          <ac:chgData name="선기 김" userId="396c36cbc87b2336" providerId="LiveId" clId="{794BC426-A25B-4BEB-80DA-A22D83525D67}" dt="2026-08-12T18:26:15.530" v="1715" actId="478"/>
          <ac:spMkLst>
            <pc:docMk/>
            <pc:sldMk cId="3895767903" sldId="268"/>
            <ac:spMk id="12" creationId="{0525C430-7769-6B9E-535D-896E8607E73F}"/>
          </ac:spMkLst>
        </pc:spChg>
        <pc:picChg chg="del">
          <ac:chgData name="선기 김" userId="396c36cbc87b2336" providerId="LiveId" clId="{794BC426-A25B-4BEB-80DA-A22D83525D67}" dt="2026-08-12T18:26:15.530" v="1715" actId="478"/>
          <ac:picMkLst>
            <pc:docMk/>
            <pc:sldMk cId="3895767903" sldId="268"/>
            <ac:picMk id="4" creationId="{4B5364DC-0113-3C12-2E54-A34D37ED2B0B}"/>
          </ac:picMkLst>
        </pc:picChg>
        <pc:picChg chg="mod">
          <ac:chgData name="선기 김" userId="396c36cbc87b2336" providerId="LiveId" clId="{794BC426-A25B-4BEB-80DA-A22D83525D67}" dt="2026-08-12T18:26:45.916" v="1724" actId="1076"/>
          <ac:picMkLst>
            <pc:docMk/>
            <pc:sldMk cId="3895767903" sldId="268"/>
            <ac:picMk id="7" creationId="{B6DD439E-FC5D-56B8-D133-3A1075BC467F}"/>
          </ac:picMkLst>
        </pc:picChg>
        <pc:picChg chg="del">
          <ac:chgData name="선기 김" userId="396c36cbc87b2336" providerId="LiveId" clId="{794BC426-A25B-4BEB-80DA-A22D83525D67}" dt="2026-08-12T18:26:15.530" v="1715" actId="478"/>
          <ac:picMkLst>
            <pc:docMk/>
            <pc:sldMk cId="3895767903" sldId="268"/>
            <ac:picMk id="9" creationId="{55A86E38-C966-789B-028E-995C06415E8E}"/>
          </ac:picMkLst>
        </pc:picChg>
        <pc:picChg chg="mod">
          <ac:chgData name="선기 김" userId="396c36cbc87b2336" providerId="LiveId" clId="{794BC426-A25B-4BEB-80DA-A22D83525D67}" dt="2026-08-12T18:27:13.133" v="1735" actId="1076"/>
          <ac:picMkLst>
            <pc:docMk/>
            <pc:sldMk cId="3895767903" sldId="268"/>
            <ac:picMk id="11" creationId="{B345E009-1CE5-C7DC-B70F-C957924A7487}"/>
          </ac:picMkLst>
        </pc:picChg>
      </pc:sldChg>
      <pc:sldChg chg="addSp delSp modSp add mod">
        <pc:chgData name="선기 김" userId="396c36cbc87b2336" providerId="LiveId" clId="{794BC426-A25B-4BEB-80DA-A22D83525D67}" dt="2026-08-12T18:37:12.669" v="1927" actId="20577"/>
        <pc:sldMkLst>
          <pc:docMk/>
          <pc:sldMk cId="1330734758" sldId="269"/>
        </pc:sldMkLst>
        <pc:spChg chg="mod">
          <ac:chgData name="선기 김" userId="396c36cbc87b2336" providerId="LiveId" clId="{794BC426-A25B-4BEB-80DA-A22D83525D67}" dt="2026-08-12T18:29:35.943" v="1740"/>
          <ac:spMkLst>
            <pc:docMk/>
            <pc:sldMk cId="1330734758" sldId="269"/>
            <ac:spMk id="3" creationId="{EE8C6262-614C-E8FB-1024-275744E2CFB8}"/>
          </ac:spMkLst>
        </pc:spChg>
        <pc:spChg chg="add mod">
          <ac:chgData name="선기 김" userId="396c36cbc87b2336" providerId="LiveId" clId="{794BC426-A25B-4BEB-80DA-A22D83525D67}" dt="2026-08-12T18:33:34.112" v="1824" actId="14100"/>
          <ac:spMkLst>
            <pc:docMk/>
            <pc:sldMk cId="1330734758" sldId="269"/>
            <ac:spMk id="4" creationId="{C79FE1B8-3A82-A0DF-D824-4295BE4D09A1}"/>
          </ac:spMkLst>
        </pc:spChg>
        <pc:spChg chg="del mod">
          <ac:chgData name="선기 김" userId="396c36cbc87b2336" providerId="LiveId" clId="{794BC426-A25B-4BEB-80DA-A22D83525D67}" dt="2026-08-12T18:29:37.552" v="1742" actId="478"/>
          <ac:spMkLst>
            <pc:docMk/>
            <pc:sldMk cId="1330734758" sldId="269"/>
            <ac:spMk id="6" creationId="{99D759A9-BF67-9FB3-2AA5-269E2DF9D180}"/>
          </ac:spMkLst>
        </pc:spChg>
        <pc:spChg chg="add mod">
          <ac:chgData name="선기 김" userId="396c36cbc87b2336" providerId="LiveId" clId="{794BC426-A25B-4BEB-80DA-A22D83525D67}" dt="2026-08-12T18:37:12.669" v="1927" actId="20577"/>
          <ac:spMkLst>
            <pc:docMk/>
            <pc:sldMk cId="1330734758" sldId="269"/>
            <ac:spMk id="8" creationId="{D662C9CF-9E60-44F7-5530-51B7277B49FC}"/>
          </ac:spMkLst>
        </pc:spChg>
        <pc:picChg chg="del">
          <ac:chgData name="선기 김" userId="396c36cbc87b2336" providerId="LiveId" clId="{794BC426-A25B-4BEB-80DA-A22D83525D67}" dt="2026-08-12T18:29:38.580" v="1743" actId="478"/>
          <ac:picMkLst>
            <pc:docMk/>
            <pc:sldMk cId="1330734758" sldId="269"/>
            <ac:picMk id="7" creationId="{F8869141-5612-6019-C122-EE5A581E1528}"/>
          </ac:picMkLst>
        </pc:picChg>
        <pc:picChg chg="add mod">
          <ac:chgData name="선기 김" userId="396c36cbc87b2336" providerId="LiveId" clId="{794BC426-A25B-4BEB-80DA-A22D83525D67}" dt="2026-08-12T18:35:19.277" v="1891" actId="1076"/>
          <ac:picMkLst>
            <pc:docMk/>
            <pc:sldMk cId="1330734758" sldId="269"/>
            <ac:picMk id="10" creationId="{D2E194A3-CFC5-5904-123B-D96726F827F7}"/>
          </ac:picMkLst>
        </pc:picChg>
        <pc:picChg chg="del">
          <ac:chgData name="선기 김" userId="396c36cbc87b2336" providerId="LiveId" clId="{794BC426-A25B-4BEB-80DA-A22D83525D67}" dt="2026-08-12T18:29:39.065" v="1744" actId="478"/>
          <ac:picMkLst>
            <pc:docMk/>
            <pc:sldMk cId="1330734758" sldId="269"/>
            <ac:picMk id="11" creationId="{2CA8D0AE-F70A-779B-9505-1D6AD6F3B470}"/>
          </ac:picMkLst>
        </pc:picChg>
      </pc:sldChg>
      <pc:sldChg chg="delSp modSp add mod">
        <pc:chgData name="선기 김" userId="396c36cbc87b2336" providerId="LiveId" clId="{794BC426-A25B-4BEB-80DA-A22D83525D67}" dt="2026-08-12T19:20:20.332" v="2278" actId="113"/>
        <pc:sldMkLst>
          <pc:docMk/>
          <pc:sldMk cId="3528715193" sldId="270"/>
        </pc:sldMkLst>
        <pc:spChg chg="del">
          <ac:chgData name="선기 김" userId="396c36cbc87b2336" providerId="LiveId" clId="{794BC426-A25B-4BEB-80DA-A22D83525D67}" dt="2026-08-12T19:10:23.632" v="2168" actId="478"/>
          <ac:spMkLst>
            <pc:docMk/>
            <pc:sldMk cId="3528715193" sldId="270"/>
            <ac:spMk id="3" creationId="{447B4BA8-233F-AFED-25BF-660603ADDF61}"/>
          </ac:spMkLst>
        </pc:spChg>
        <pc:spChg chg="mod">
          <ac:chgData name="선기 김" userId="396c36cbc87b2336" providerId="LiveId" clId="{794BC426-A25B-4BEB-80DA-A22D83525D67}" dt="2026-08-12T19:10:30.001" v="2173" actId="1076"/>
          <ac:spMkLst>
            <pc:docMk/>
            <pc:sldMk cId="3528715193" sldId="270"/>
            <ac:spMk id="4" creationId="{16CF2F04-D0ED-F7E8-DE1B-8D52B9DEC6F5}"/>
          </ac:spMkLst>
        </pc:spChg>
        <pc:spChg chg="mod">
          <ac:chgData name="선기 김" userId="396c36cbc87b2336" providerId="LiveId" clId="{794BC426-A25B-4BEB-80DA-A22D83525D67}" dt="2026-08-12T19:20:20.332" v="2278" actId="113"/>
          <ac:spMkLst>
            <pc:docMk/>
            <pc:sldMk cId="3528715193" sldId="270"/>
            <ac:spMk id="8" creationId="{2D7B9DAF-E552-368C-BDC3-18934844C0DC}"/>
          </ac:spMkLst>
        </pc:spChg>
        <pc:picChg chg="del">
          <ac:chgData name="선기 김" userId="396c36cbc87b2336" providerId="LiveId" clId="{794BC426-A25B-4BEB-80DA-A22D83525D67}" dt="2026-08-12T18:54:03.136" v="1974" actId="478"/>
          <ac:picMkLst>
            <pc:docMk/>
            <pc:sldMk cId="3528715193" sldId="270"/>
            <ac:picMk id="10" creationId="{2AD2E88D-BFD9-034D-3D49-FBE961649A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0AF88-CD54-4DEB-BACB-10215562F476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44D9A-E298-4BE1-8DD7-1DA129984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69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사람 눈에는 거의 인식 불가능한 노이즈를 원본 이미지에 더</a:t>
            </a:r>
            <a:r>
              <a:rPr lang="ko-KR" altLang="en-US" dirty="0"/>
              <a:t>해</a:t>
            </a:r>
            <a:r>
              <a:rPr lang="ko-KR" altLang="ko-KR" dirty="0"/>
              <a:t> 분류기가 다른 클래스로 </a:t>
            </a:r>
            <a:r>
              <a:rPr lang="ko-KR" altLang="ko-KR" dirty="0" err="1"/>
              <a:t>오분류</a:t>
            </a:r>
            <a:r>
              <a:rPr lang="ko-KR" altLang="en-US" dirty="0" err="1"/>
              <a:t>하도록</a:t>
            </a:r>
            <a:r>
              <a:rPr lang="ko-KR" altLang="en-US" dirty="0"/>
              <a:t> 하는 공격기법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41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C5429-A1C2-339E-8801-2ED1DC6E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8B9FEF-9CCD-E361-3442-7E0429795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771517-240C-4691-1872-F0D8A6B6A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82D34-8DC6-4FFB-48FD-9A33BCF4F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432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6830-3103-B9F0-E710-21927FB4E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87BAAF-0A4A-31FE-607B-23732FB15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F926DA-6E3B-2A7A-A012-0C4536E52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E7FA8D-E4E9-1D48-C5EA-29BD1368F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583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B788-6678-6612-B27A-3C701EB1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7A0A41-A6DF-F912-7568-CC526A649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653550-2FB3-201B-0D47-6FE653EB2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7B8E0-2651-FF8D-654C-FBE7C30DB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948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4A16-E94F-B719-D865-00F32B92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730942-AD4B-83F1-51C1-CFBC37920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185CF8-CDF7-A6D1-F4FB-E1F7D7F52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F83FD1-B5EB-8497-C230-52448D3B4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225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2AE6-7D9F-6C39-BB52-931D3DF4F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9EAAE9-6598-D96F-CC75-1154FEBFE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16D905-FD6E-243F-5F0D-12B839123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AF3D4-AC59-84D7-4197-EDB9D524B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110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26B89-16A0-7D12-4E41-50405ADA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D11474-7395-9F13-2A5C-27241CE14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131772-C6B5-9C15-B2D4-871586817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7AAA19-DCC0-DD73-86F9-ADB0EC3B6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565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DE19-846F-6AD1-4275-9110004F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5182E8-DA7A-5DDA-0E81-90144F944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F07E0E-E9B1-3B0E-7900-8E2FA8F55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A71E1A-EE05-BB9D-0D8B-78593A43A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81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CADC-1F2A-330B-F057-10388B8F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C4F32C-52D0-A1E5-5A3C-16DDCDBCD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0B5DFE-4D0B-73E3-3788-A1E58D351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6E2C94-0C89-7188-58FF-3D8FAC139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291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479C-305D-57E6-532C-AE9CB143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514F4D-4591-B572-9480-559583FB3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2853CB-1268-5C8D-3557-5DD0411E3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DBA1CA-8A01-D311-4558-81E91631E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258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E8D5-55A2-FAB9-ED43-FA076940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E018F-3194-FC35-695F-1BDD6C23A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0D2C99-62A7-3E65-2247-5C3F26888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8AD9EA-CFFF-D646-F3A1-771CDEB9C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723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2996-4A7C-33FE-5A4D-34E89D55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0D4ED1-C187-3EE9-BD9B-7AE604507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108713-9A89-119B-7012-3455C5610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A0AFC8-BEED-D90A-E0BC-13E5DD2D9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609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C5C45-D68F-98DF-46D0-CED89E8F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C55514-061F-BC35-7E6A-CA4C38ADE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EDC711-A3CA-9258-3DA5-6E94E204F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577CEA-1D58-8B53-0412-0A71EF70C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4D9A-E298-4BE1-8DD7-1DA129984D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80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5038E-CBB1-13BB-CBF8-AE993C071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01E8E0-E71C-6CEA-1762-EA601ED35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E8808-01FD-5082-A72C-4DFC0CAB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F6586-AE12-CE3A-4EA7-2477C206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6089C-8277-9EA1-7AB0-DAD90EF5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56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81F56-CD85-42CC-74A8-0E87F2EE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4A166-5CA4-AA32-E7F7-591AC09B7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0E833D-2E64-13A5-EDAE-28626DA7F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288B52-D106-A71D-3F2C-81499CE6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344F3F-C236-A3C6-47ED-C3C0FB2D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19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D1ECF-990E-E0AB-00CD-829798FF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B7D7AF-976D-27AD-BA40-FA67C0E75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70E9BD-A1DE-826E-B4A8-744412F8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A5424A-21CB-8F2E-955D-01349978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E8C610-6B55-9C25-CC8C-EDACB3DE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16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12A00-0A09-6BD7-049F-BF983174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C4C4BB-8E04-D531-878B-35D31904E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58AD8F-41AB-CE1A-47D6-CCD10C428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7BC754-883E-89D0-3BC5-423E17A4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FE907C-6EF0-3346-940B-0F3970AE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2C2016-0414-976A-A12D-FDB814EB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19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ECAC4-44CE-4AC6-53C2-BDFBED1BA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66AAC5-CC34-6521-8043-074610E4B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889F86-D96E-0E81-A8D0-00ED7E6D3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9C89EA-8991-2BF5-F353-CB09513EB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929DD7-092D-AEA8-B330-4261DE2EB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A96F89-0576-E3B7-B5CD-6D959297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B1922-47DA-0C44-4FDB-617BF18E9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A6F4CE-2A07-ABFC-D0AE-C2F813D7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76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4C1E4-126B-AA14-C6D2-B830AB2F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4CBBE9-C940-214D-27F2-A95A54BE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4CE0C9-EEAA-E430-1F8B-F1DD06929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7BAE01-5E34-6DBA-4714-6C4CD11F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5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6C318E-4DB6-7E5B-2AE0-0A4214FE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465D6F-66D4-D5FE-C0E2-26709CA0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F9A2B2-2D1E-1572-9F11-A6953476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22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CDC20-00C7-BD34-374B-F0E8C1B0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16FD71-E07B-D66B-82FC-A945F3B83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49EA2C-D49B-C133-2CD1-B3A1D89BB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66FF9C-826B-AFDA-3B0C-0AE69721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998748-0C60-A3C1-A085-46C05B6B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A89936-7CD8-512F-517F-72663795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3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B4A6C-452D-BD19-6E5F-B37E0279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7FEAB8-C996-5F84-C15D-5CDCE0730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0F953D-F88C-AC4A-086C-8F2E7EF2B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394A49-597F-B950-260B-C240B37D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6D8AD8-AB7B-DEC5-8169-4E9D0150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59A5ED-9A9F-33CE-DE60-ED5F2CE8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87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709C6-979C-BFEC-7869-1EAC695F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1013F2-970D-F5F2-48B2-3F71D80A7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A20C06-6044-FC81-C3F5-526244E0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89C80D-2E25-6224-E117-AB80D50F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00AC42-E8CD-F24C-26CD-1233F1B1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90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B53CC1-00D1-CB93-8BFE-4B338E021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F03890-A8CA-0534-9C0C-3E4CAF09F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411251-40FE-83D0-AE11-4C89C066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0AE395-C784-B3E6-3E3C-64E00C54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3ECF44-9FDE-9923-5031-DC3D95B6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2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F3D0BA-2B58-F4E9-76BF-FA9A3134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CFC6E9-A5B3-F62C-8E02-5C0594EAE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0C9FD-AFBE-A8C5-5AAF-ACF2C5CE4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2DC42-DC99-47EC-9916-B0392CC56E9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2FF54-76E8-5ED9-4B37-8A02D5EC0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8CDDA8-1268-F517-0F58-AC7DDAB04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EB258-1DB3-473E-8E78-0A8EA234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1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7.xml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1.png"/><Relationship Id="rId4" Type="http://schemas.openxmlformats.org/officeDocument/2006/relationships/tags" Target="../tags/tag8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13.xml"/><Relationship Id="rId7" Type="http://schemas.openxmlformats.org/officeDocument/2006/relationships/image" Target="../media/image1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0.png"/><Relationship Id="rId4" Type="http://schemas.openxmlformats.org/officeDocument/2006/relationships/tags" Target="../tags/tag14.xml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17.xml"/><Relationship Id="rId7" Type="http://schemas.openxmlformats.org/officeDocument/2006/relationships/image" Target="../media/image17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0.png"/><Relationship Id="rId4" Type="http://schemas.openxmlformats.org/officeDocument/2006/relationships/tags" Target="../tags/tag18.xml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tags" Target="../tags/tag21.xml"/><Relationship Id="rId7" Type="http://schemas.openxmlformats.org/officeDocument/2006/relationships/notesSlide" Target="../notesSlides/notesSlide9.xml"/><Relationship Id="rId12" Type="http://schemas.openxmlformats.org/officeDocument/2006/relationships/image" Target="../media/image26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5.png"/><Relationship Id="rId5" Type="http://schemas.openxmlformats.org/officeDocument/2006/relationships/tags" Target="../tags/tag23.xml"/><Relationship Id="rId10" Type="http://schemas.openxmlformats.org/officeDocument/2006/relationships/image" Target="../media/image24.png"/><Relationship Id="rId4" Type="http://schemas.openxmlformats.org/officeDocument/2006/relationships/tags" Target="../tags/tag22.xml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3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7F18B00-CD7E-62AB-9289-AED5BC419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5671" y="2323302"/>
            <a:ext cx="6691747" cy="1066655"/>
          </a:xfrm>
        </p:spPr>
        <p:txBody>
          <a:bodyPr>
            <a:noAutofit/>
          </a:bodyPr>
          <a:lstStyle/>
          <a:p>
            <a:r>
              <a:rPr lang="ko-KR" altLang="ko-KR" sz="4400" b="1" dirty="0" err="1">
                <a:latin typeface="Cambria" panose="02040503050406030204" pitchFamily="18" charset="0"/>
                <a:cs typeface="Calibri" panose="020F0502020204030204" pitchFamily="34" charset="0"/>
              </a:rPr>
              <a:t>Adversarial</a:t>
            </a:r>
            <a:r>
              <a:rPr lang="ko-KR" altLang="ko-KR" sz="4400" b="1" dirty="0">
                <a:latin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ko-KR" altLang="ko-KR" sz="4400" b="1" dirty="0" err="1">
                <a:latin typeface="Cambria" panose="02040503050406030204" pitchFamily="18" charset="0"/>
                <a:cs typeface="Calibri" panose="020F0502020204030204" pitchFamily="34" charset="0"/>
              </a:rPr>
              <a:t>attacks</a:t>
            </a:r>
            <a:r>
              <a:rPr lang="ko-KR" altLang="ko-KR" sz="4400" b="1" dirty="0">
                <a:latin typeface="Cambria" panose="02040503050406030204" pitchFamily="18" charset="0"/>
                <a:cs typeface="Calibri" panose="020F0502020204030204" pitchFamily="34" charset="0"/>
              </a:rPr>
              <a:t> </a:t>
            </a:r>
            <a:br>
              <a:rPr lang="en-US" altLang="ko-KR" sz="4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ko-KR" altLang="ko-KR" sz="4000" dirty="0" err="1">
                <a:latin typeface="Cambria" panose="02040503050406030204" pitchFamily="18" charset="0"/>
                <a:cs typeface="Calibri" panose="020F0502020204030204" pitchFamily="34" charset="0"/>
              </a:rPr>
              <a:t>w</a:t>
            </a:r>
            <a:r>
              <a:rPr lang="en-US" altLang="ko-KR" sz="4000" dirty="0" err="1">
                <a:latin typeface="Cambria" panose="02040503050406030204" pitchFamily="18" charset="0"/>
                <a:cs typeface="Calibri" panose="020F0502020204030204" pitchFamily="34" charset="0"/>
              </a:rPr>
              <a:t>ith</a:t>
            </a:r>
            <a:r>
              <a:rPr lang="ko-KR" altLang="ko-KR" sz="4000" dirty="0">
                <a:latin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ko-KR" altLang="ko-KR" sz="4000" dirty="0" err="1">
                <a:latin typeface="Cambria" panose="02040503050406030204" pitchFamily="18" charset="0"/>
                <a:cs typeface="Calibri" panose="020F0502020204030204" pitchFamily="34" charset="0"/>
              </a:rPr>
              <a:t>primer</a:t>
            </a:r>
            <a:r>
              <a:rPr lang="ko-KR" altLang="ko-KR" sz="4000" dirty="0">
                <a:latin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ko-KR" altLang="ko-KR" sz="4000" dirty="0" err="1">
                <a:latin typeface="Cambria" panose="02040503050406030204" pitchFamily="18" charset="0"/>
                <a:cs typeface="Calibri" panose="020F0502020204030204" pitchFamily="34" charset="0"/>
              </a:rPr>
              <a:t>into</a:t>
            </a:r>
            <a:r>
              <a:rPr lang="ko-KR" altLang="ko-KR" sz="4000" dirty="0">
                <a:latin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ko-KR" altLang="ko-KR" sz="4000" dirty="0" err="1">
                <a:latin typeface="Cambria" panose="02040503050406030204" pitchFamily="18" charset="0"/>
                <a:cs typeface="Calibri" panose="020F0502020204030204" pitchFamily="34" charset="0"/>
              </a:rPr>
              <a:t>optimization</a:t>
            </a:r>
            <a:endParaRPr lang="ko-KR" altLang="en-US" sz="40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768EB53-BEFA-52C4-B616-91DFCE5BE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2615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1400" dirty="0">
                <a:latin typeface="Cambria" panose="02040503050406030204" pitchFamily="18" charset="0"/>
                <a:ea typeface="Cambria" panose="02040503050406030204" pitchFamily="18" charset="0"/>
              </a:rPr>
              <a:t>Textbook seminar</a:t>
            </a:r>
          </a:p>
          <a:p>
            <a:r>
              <a:rPr lang="en-US" altLang="ko-KR" sz="1400" dirty="0">
                <a:latin typeface="Cambria" panose="02040503050406030204" pitchFamily="18" charset="0"/>
                <a:ea typeface="Cambria" panose="02040503050406030204" pitchFamily="18" charset="0"/>
              </a:rPr>
              <a:t>Presenter</a:t>
            </a:r>
            <a:r>
              <a:rPr lang="ko-KR" altLang="en-US" sz="1400" dirty="0">
                <a:latin typeface="Cambria" panose="02040503050406030204" pitchFamily="18" charset="0"/>
              </a:rPr>
              <a:t> </a:t>
            </a:r>
            <a:r>
              <a:rPr lang="en-US" altLang="ko-KR" sz="1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ko-KR" altLang="en-US" sz="1400" dirty="0">
                <a:latin typeface="Cambria" panose="02040503050406030204" pitchFamily="18" charset="0"/>
              </a:rPr>
              <a:t> </a:t>
            </a:r>
            <a:r>
              <a:rPr lang="en-US" altLang="ko-KR" sz="1400" dirty="0">
                <a:latin typeface="Cambria" panose="02040503050406030204" pitchFamily="18" charset="0"/>
                <a:ea typeface="Cambria" panose="02040503050406030204" pitchFamily="18" charset="0"/>
              </a:rPr>
              <a:t>Kim Sunki</a:t>
            </a:r>
            <a:endParaRPr lang="ko-KR" altLang="en-US" sz="1400" dirty="0">
              <a:latin typeface="Cambria" panose="02040503050406030204" pitchFamily="18" charset="0"/>
            </a:endParaRP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6524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2E76A34-553A-774F-72F6-7055BF559C54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39599-88B6-5C85-9A2C-B556D104A0B0}"/>
              </a:ext>
            </a:extLst>
          </p:cNvPr>
          <p:cNvSpPr txBox="1"/>
          <p:nvPr/>
        </p:nvSpPr>
        <p:spPr>
          <a:xfrm>
            <a:off x="519169" y="365125"/>
            <a:ext cx="4916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600" dirty="0" err="1">
                <a:latin typeface="Cambria" panose="02040503050406030204" pitchFamily="18" charset="0"/>
              </a:rPr>
              <a:t>Adversarial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r>
              <a:rPr lang="en-US" altLang="ko-KR" sz="3600" dirty="0">
                <a:latin typeface="Cambria" panose="02040503050406030204" pitchFamily="18" charset="0"/>
              </a:rPr>
              <a:t>attack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6D5B8A6-3206-15FD-AB13-2CE6F37FF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42" y="1344022"/>
            <a:ext cx="5795357" cy="16718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4D13C80-5E6A-58E2-D1F0-60D13602A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582" y="3599190"/>
            <a:ext cx="6360182" cy="244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65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02DC5-7CD9-9585-06BE-44DECB8D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B19C447-619E-E43D-6EC7-7DC6267B5392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CE2E0-068E-FFA5-C0FE-4AEF8EF6AEAF}"/>
              </a:ext>
            </a:extLst>
          </p:cNvPr>
          <p:cNvSpPr txBox="1"/>
          <p:nvPr/>
        </p:nvSpPr>
        <p:spPr>
          <a:xfrm>
            <a:off x="519169" y="365125"/>
            <a:ext cx="4916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600" dirty="0" err="1">
                <a:latin typeface="Cambria" panose="02040503050406030204" pitchFamily="18" charset="0"/>
              </a:rPr>
              <a:t>Adversarial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r>
              <a:rPr lang="ko-KR" altLang="ko-KR" sz="3600" dirty="0" err="1">
                <a:latin typeface="Cambria" panose="02040503050406030204" pitchFamily="18" charset="0"/>
              </a:rPr>
              <a:t>examples</a:t>
            </a:r>
            <a:r>
              <a:rPr lang="en-US" altLang="ko-KR" sz="3600" dirty="0">
                <a:latin typeface="Cambria" panose="02040503050406030204" pitchFamily="18" charset="0"/>
              </a:rPr>
              <a:t> 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0ED148-72BB-6B37-F9F4-D8AA28A13135}"/>
                  </a:ext>
                </a:extLst>
              </p:cNvPr>
              <p:cNvSpPr txBox="1"/>
              <p:nvPr/>
            </p:nvSpPr>
            <p:spPr>
              <a:xfrm>
                <a:off x="244300" y="1584960"/>
                <a:ext cx="11066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adversarial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perturbed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000" b="1" i="1"/>
                          <m:t>𝒙</m:t>
                        </m:r>
                      </m:e>
                    </m:acc>
                  </m:oMath>
                </a14:m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/>
                      <m:t>𝑥</m:t>
                    </m:r>
                    <m:r>
                      <a:rPr lang="ko-KR" altLang="en-US" sz="2000"/>
                      <m:t>≈</m:t>
                    </m:r>
                    <m:acc>
                      <m:accPr>
                        <m:chr m:val="̃"/>
                        <m:ctrlPr>
                          <a:rPr lang="ko-KR" altLang="en-US" sz="2000" i="1"/>
                        </m:ctrlPr>
                      </m:accPr>
                      <m:e>
                        <m:r>
                          <a:rPr lang="ko-KR" altLang="en-US" sz="2000" i="1"/>
                          <m:t>𝑥</m:t>
                        </m:r>
                      </m:e>
                    </m:acc>
                  </m:oMath>
                </a14:m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US" altLang="ko-K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such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000" b="1" i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Loss</m:t>
                    </m:r>
                    <m:d>
                      <m:dPr>
                        <m:sepChr m:val=","/>
                        <m:ctrlPr>
                          <a:rPr lang="ko-KR" altLang="en-US" sz="2000" b="1" i="1"/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ko-KR" altLang="en-US" sz="2000" b="1" i="1"/>
                            </m:ctrlPr>
                          </m:accPr>
                          <m:e>
                            <m:r>
                              <a:rPr lang="ko-KR" altLang="en-US" sz="2000" b="1" i="1"/>
                              <m:t>𝒙</m:t>
                            </m:r>
                          </m:e>
                        </m:acc>
                      </m:e>
                      <m:e>
                        <m:r>
                          <a:rPr lang="ko-KR" altLang="en-US" sz="2000" b="1" i="1"/>
                          <m:t>𝒚</m:t>
                        </m:r>
                      </m:e>
                      <m:e>
                        <m:r>
                          <a:rPr lang="ko-KR" altLang="en-US" sz="2000" b="1" i="1"/>
                          <m:t>𝜽</m:t>
                        </m:r>
                      </m:e>
                    </m:d>
                  </m:oMath>
                </a14:m>
                <a:r>
                  <a:rPr lang="en-US" altLang="ko-K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ko-KR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ko-KR" altLang="ko-KR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high</a:t>
                </a:r>
                <a:endParaRPr lang="ko-KR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0ED148-72BB-6B37-F9F4-D8AA28A13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00" y="1584960"/>
                <a:ext cx="11066551" cy="400110"/>
              </a:xfrm>
              <a:prstGeom prst="rect">
                <a:avLst/>
              </a:prstGeom>
              <a:blipFill>
                <a:blip r:embed="rId5"/>
                <a:stretch>
                  <a:fillRect l="-496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 descr="\documentclass{article}&#10;\usepackage{amsmath}&#10;\usepackage{amssymb}&#10;\pagestyle{empty}&#10;\begin{document}&#10;$$\tilde{x} = x + \delta \quad \text{s.t.} \quad \delta \in \Delta$$&#10;$$x, \delta \in \mathbb{R}^d, \qquad \forall i,\; -\epsilon \le \delta_i \le \epsilon \quad \Longleftrightarrow \quad \|\delta\|_\infty \le \epsilon \;\;$$&#10;&#10;\end{document}" title="IguanaTex Picture Display">
            <a:extLst>
              <a:ext uri="{FF2B5EF4-FFF2-40B4-BE49-F238E27FC236}">
                <a16:creationId xmlns:a16="http://schemas.microsoft.com/office/drawing/2014/main" id="{8DD4A36E-926C-2511-1532-0C5ED5BEDAD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003" y="2558574"/>
            <a:ext cx="5417143" cy="700952"/>
          </a:xfrm>
          <a:prstGeom prst="rect">
            <a:avLst/>
          </a:prstGeom>
        </p:spPr>
      </p:pic>
      <p:pic>
        <p:nvPicPr>
          <p:cNvPr id="18" name="그림 17" descr="\documentclass{article}&#10;\usepackage{amsmath}&#10;\usepackage{amssymb}&#10;\pagestyle{empty}&#10;\begin{document}&#10;$$\max_{\delta \in \Delta} \; \text{Loss}(x+\delta,\, y;\, \theta)$$&#10;\end{document}" title="IguanaTex Picture Display">
            <a:extLst>
              <a:ext uri="{FF2B5EF4-FFF2-40B4-BE49-F238E27FC236}">
                <a16:creationId xmlns:a16="http://schemas.microsoft.com/office/drawing/2014/main" id="{17F1D70C-FBE5-71B3-58CE-8C11E10EAD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240" y="4917527"/>
            <a:ext cx="2361905" cy="36876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B63208-C876-7E8F-AE61-7A5964579EB9}"/>
              </a:ext>
            </a:extLst>
          </p:cNvPr>
          <p:cNvSpPr/>
          <p:nvPr/>
        </p:nvSpPr>
        <p:spPr>
          <a:xfrm>
            <a:off x="4551680" y="4746394"/>
            <a:ext cx="2661920" cy="700953"/>
          </a:xfrm>
          <a:prstGeom prst="rect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99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FB8D8-FA8E-0AA5-C7B7-9DCAF45D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586797E-EDC9-FFF7-EDCA-D5CBC8400D7B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D6B30-7796-FFC3-97FE-7CD03B0B4FEB}"/>
              </a:ext>
            </a:extLst>
          </p:cNvPr>
          <p:cNvSpPr txBox="1"/>
          <p:nvPr/>
        </p:nvSpPr>
        <p:spPr>
          <a:xfrm>
            <a:off x="559809" y="425375"/>
            <a:ext cx="532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Cambria" panose="02040503050406030204" pitchFamily="18" charset="0"/>
              </a:rPr>
              <a:t>Binary Linear Classifier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C37A2C-AE98-4237-E14C-18E588FCABF0}"/>
                  </a:ext>
                </a:extLst>
              </p:cNvPr>
              <p:cNvSpPr txBox="1"/>
              <p:nvPr/>
            </p:nvSpPr>
            <p:spPr>
              <a:xfrm>
                <a:off x="337127" y="1531664"/>
                <a:ext cx="9523615" cy="1262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For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a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binary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linear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classifier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ko-KR" alt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ko-KR" altLang="en-US" b="1" dirty="0">
                    <a:latin typeface="Cambria" panose="02040503050406030204" pitchFamily="18" charset="0"/>
                    <a:cs typeface="Calibri" panose="020F0502020204030204" pitchFamily="34" charset="0"/>
                  </a:rPr>
                  <a:t>　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with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label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ko-KR" altLang="en-US" b="1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{+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loss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defined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as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US" altLang="ko-KR" b="0" i="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　</m:t>
                    </m:r>
                    <m:r>
                      <m:rPr>
                        <m:nor/>
                      </m:rPr>
                      <a:rPr lang="en-US" altLang="ko-KR" b="1" i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rPr>
                      <m:t>Loss</m:t>
                    </m:r>
                    <m:d>
                      <m:dPr>
                        <m:sepChr m:val=","/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ko-KR" b="1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ko-KR" alt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ko-KR" altLang="en-US" b="1" i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where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ko-KR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typically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logistic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loss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or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hinge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  <a:cs typeface="Calibri" panose="020F0502020204030204" pitchFamily="34" charset="0"/>
                  </a:rPr>
                  <a:t>loss</a:t>
                </a:r>
                <a:r>
                  <a:rPr lang="ko-KR" altLang="ko-KR" dirty="0">
                    <a:latin typeface="Cambria" panose="02040503050406030204" pitchFamily="18" charset="0"/>
                    <a:cs typeface="Calibri" panose="020F0502020204030204" pitchFamily="34" charset="0"/>
                  </a:rPr>
                  <a:t>.</a:t>
                </a:r>
                <a:endParaRPr lang="en-US" altLang="ko-KR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  <a:p>
                <a:endParaRPr lang="en-US" altLang="ko-KR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Cambria" panose="02040503050406030204" pitchFamily="18" charset="0"/>
                    <a:cs typeface="Calibri" panose="020F0502020204030204" pitchFamily="34" charset="0"/>
                  </a:rPr>
                  <a:t>　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C37A2C-AE98-4237-E14C-18E588FCA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27" y="1531664"/>
                <a:ext cx="9523615" cy="1262269"/>
              </a:xfrm>
              <a:prstGeom prst="rect">
                <a:avLst/>
              </a:prstGeom>
              <a:blipFill>
                <a:blip r:embed="rId5"/>
                <a:stretch>
                  <a:fillRect l="-384" t="-2415" b="-5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5A34BC9A-6DD4-614A-D7FC-FB52370A1B0E}"/>
              </a:ext>
            </a:extLst>
          </p:cNvPr>
          <p:cNvSpPr/>
          <p:nvPr/>
        </p:nvSpPr>
        <p:spPr>
          <a:xfrm>
            <a:off x="3972560" y="4784490"/>
            <a:ext cx="3180080" cy="708271"/>
          </a:xfrm>
          <a:prstGeom prst="rect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 descr="\documentclass{article}&#10;\usepackage{amsmath}&#10;\usepackage{amssymb}&#10;\pagestyle{empty}&#10;\begin{document}&#10;$$\text{logistic loss} = \log\big(1+\exp(-\theta^Tx\cdot y)\big)$$&#10;\end{document}" title="IguanaTex Picture Display">
            <a:extLst>
              <a:ext uri="{FF2B5EF4-FFF2-40B4-BE49-F238E27FC236}">
                <a16:creationId xmlns:a16="http://schemas.microsoft.com/office/drawing/2014/main" id="{7DE6213D-D99D-36C9-2E78-2F7E5C4558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09" y="2490121"/>
            <a:ext cx="4108190" cy="313905"/>
          </a:xfrm>
          <a:prstGeom prst="rect">
            <a:avLst/>
          </a:prstGeom>
        </p:spPr>
      </p:pic>
      <p:pic>
        <p:nvPicPr>
          <p:cNvPr id="31" name="그림 30" descr="\documentclass{article}&#10;\usepackage{amsmath}&#10;\usepackage{amssymb}&#10;\pagestyle{empty}&#10;\begin{document}&#10;$$\max_{\delta\in\Delta} L\big(\theta^T(x+\delta)\cdot y\big)$$&#10;\end{document}" title="IguanaTex Picture Display">
            <a:extLst>
              <a:ext uri="{FF2B5EF4-FFF2-40B4-BE49-F238E27FC236}">
                <a16:creationId xmlns:a16="http://schemas.microsoft.com/office/drawing/2014/main" id="{9A839D21-D7A3-2F6D-EF05-5731344CC6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452" y="4905621"/>
            <a:ext cx="2590296" cy="46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F661-2945-363C-B5C8-4A82F14A2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C94E22D-A769-476F-880C-D4C85D4A10BC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712CA-FCC3-3F64-C76C-15239223DBD5}"/>
              </a:ext>
            </a:extLst>
          </p:cNvPr>
          <p:cNvSpPr txBox="1"/>
          <p:nvPr/>
        </p:nvSpPr>
        <p:spPr>
          <a:xfrm>
            <a:off x="559809" y="425375"/>
            <a:ext cx="532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Cambria" panose="02040503050406030204" pitchFamily="18" charset="0"/>
              </a:rPr>
              <a:t>Binary Linear Classifiers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15FEFC-20C6-8C9A-669B-8C13F7B41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09" y="2340276"/>
            <a:ext cx="4339244" cy="26894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6A632C-E310-F821-C9EA-8239B9F926A2}"/>
                  </a:ext>
                </a:extLst>
              </p:cNvPr>
              <p:cNvSpPr txBox="1"/>
              <p:nvPr/>
            </p:nvSpPr>
            <p:spPr>
              <a:xfrm>
                <a:off x="297916" y="1435382"/>
                <a:ext cx="111694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Cambria" panose="02040503050406030204" pitchFamily="18" charset="0"/>
                  </a:rPr>
                  <a:t>S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ince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a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monotonically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decreasing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function</a:t>
                </a:r>
                <a:r>
                  <a:rPr lang="ko-KR" altLang="ko-KR" dirty="0">
                    <a:latin typeface="Cambria" panose="02040503050406030204" pitchFamily="18" charset="0"/>
                  </a:rPr>
                  <a:t>,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maximizing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equivalent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minimizing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its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argument</a:t>
                </a:r>
                <a:endParaRPr lang="ko-KR" altLang="en-US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6A632C-E310-F821-C9EA-8239B9F92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16" y="1435382"/>
                <a:ext cx="11169447" cy="369332"/>
              </a:xfrm>
              <a:prstGeom prst="rect">
                <a:avLst/>
              </a:prstGeom>
              <a:blipFill>
                <a:blip r:embed="rId8"/>
                <a:stretch>
                  <a:fillRect l="-382" t="-9836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 descr="\documentclass{article}&#10;\usepackage{amsmath}&#10;\usepackage{amssymb}&#10;\pagestyle{empty}&#10;\begin{document}&#10;$$\text{logistic loss} = \log\big(1+\exp(-\theta^Tx\cdot y)\big)$$&#10;\end{document}" title="IguanaTex Picture Display">
            <a:extLst>
              <a:ext uri="{FF2B5EF4-FFF2-40B4-BE49-F238E27FC236}">
                <a16:creationId xmlns:a16="http://schemas.microsoft.com/office/drawing/2014/main" id="{22629625-85AA-6EA5-A3F3-5953F8DCA2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69" y="5247327"/>
            <a:ext cx="3300991" cy="252227"/>
          </a:xfrm>
          <a:prstGeom prst="rect">
            <a:avLst/>
          </a:prstGeom>
        </p:spPr>
      </p:pic>
      <p:pic>
        <p:nvPicPr>
          <p:cNvPr id="36" name="그림 35" descr="\documentclass{article}&#10;\usepackage{amsmath}&#10;\usepackage{amssymb}&#10;\pagestyle{empty}&#10;\begin{document}&#10;$$L\Big(\min_{\delta\in\Delta}\big(\theta^Tx\cdot y + \delta^T\theta\cdot y\big)\Big) \;=\; L\Big(\theta^Tx\cdot y + \min_{\delta\in\Delta}\delta^T\theta\cdot y\Big)$$&#10;\end{document}" title="IguanaTex Picture Display">
            <a:extLst>
              <a:ext uri="{FF2B5EF4-FFF2-40B4-BE49-F238E27FC236}">
                <a16:creationId xmlns:a16="http://schemas.microsoft.com/office/drawing/2014/main" id="{F943C0D9-1556-E9BA-98DB-E84BA44BCF2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654" y="3038057"/>
            <a:ext cx="6127238" cy="469333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58AF1EA2-36E0-B2CA-0502-D4DDAF74DBCF}"/>
              </a:ext>
            </a:extLst>
          </p:cNvPr>
          <p:cNvSpPr/>
          <p:nvPr/>
        </p:nvSpPr>
        <p:spPr>
          <a:xfrm>
            <a:off x="6918960" y="4895849"/>
            <a:ext cx="2651760" cy="692151"/>
          </a:xfrm>
          <a:prstGeom prst="rect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 descr="\documentclass{article}&#10;\usepackage{amsmath}&#10;\usepackage{amssymb}&#10;\pagestyle{empty}&#10;\begin{document}&#10;$$\delta^* \;=\; \arg\min_{\delta\in\Delta}\; \delta^T\theta\cdot y$$&#10;\end{document}" title="IguanaTex Picture Display">
            <a:extLst>
              <a:ext uri="{FF2B5EF4-FFF2-40B4-BE49-F238E27FC236}">
                <a16:creationId xmlns:a16="http://schemas.microsoft.com/office/drawing/2014/main" id="{EC4C6BE3-2EDE-4B79-D7A9-201AAC94AB8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040" y="5045422"/>
            <a:ext cx="2352762" cy="403809"/>
          </a:xfrm>
          <a:prstGeom prst="rect">
            <a:avLst/>
          </a:prstGeom>
        </p:spPr>
      </p:pic>
      <p:pic>
        <p:nvPicPr>
          <p:cNvPr id="44" name="그림 43" descr="\documentclass{article}&#10;\usepackage{amsmath}&#10;\usepackage{amssymb}&#10;\pagestyle{empty}&#10;\begin{document}&#10;$$\max_{\delta\in\Delta} L\big(\theta^T(x+\delta)\cdot y\big) \;=\; L\Big(\min_{\delta\in\Delta}\theta^T(x+\delta)\cdot y\Big)$$&#10;\end{document}" title="IguanaTex Picture Display">
            <a:extLst>
              <a:ext uri="{FF2B5EF4-FFF2-40B4-BE49-F238E27FC236}">
                <a16:creationId xmlns:a16="http://schemas.microsoft.com/office/drawing/2014/main" id="{542CD482-24CD-365B-99C6-4F6709685B7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574" y="2225498"/>
            <a:ext cx="5068190" cy="4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7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41CBD-876F-43DE-C456-4BB75ECE5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107F440-06F8-F3EA-785B-62A9FA7AC3D2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3B08A-3246-1CD0-E0D4-BA56435CC8AA}"/>
              </a:ext>
            </a:extLst>
          </p:cNvPr>
          <p:cNvSpPr txBox="1"/>
          <p:nvPr/>
        </p:nvSpPr>
        <p:spPr>
          <a:xfrm>
            <a:off x="559809" y="425375"/>
            <a:ext cx="532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Cambria" panose="02040503050406030204" pitchFamily="18" charset="0"/>
              </a:rPr>
              <a:t>Binary Linear Classifiers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53F4F2-8C91-3193-8CF8-859041559738}"/>
                  </a:ext>
                </a:extLst>
              </p:cNvPr>
              <p:cNvSpPr txBox="1"/>
              <p:nvPr/>
            </p:nvSpPr>
            <p:spPr>
              <a:xfrm>
                <a:off x="297916" y="1435382"/>
                <a:ext cx="11169447" cy="652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dirty="0" err="1">
                    <a:latin typeface="Cambria" panose="02040503050406030204" pitchFamily="18" charset="0"/>
                  </a:rPr>
                  <a:t>Assuming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/>
                      <m:t>Δ</m:t>
                    </m:r>
                  </m:oMath>
                </a14:m>
                <a:r>
                  <a:rPr lang="en-US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an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/>
                          <m:t>ℓ</m:t>
                        </m:r>
                      </m:e>
                      <m:sub>
                        <m:r>
                          <a:rPr lang="ko-KR" altLang="en-US"/>
                          <m:t>∞</m:t>
                        </m:r>
                      </m:sub>
                    </m:sSub>
                  </m:oMath>
                </a14:m>
                <a:r>
                  <a:rPr lang="ko-KR" altLang="ko-KR" dirty="0" err="1">
                    <a:latin typeface="Cambria" panose="02040503050406030204" pitchFamily="18" charset="0"/>
                  </a:rPr>
                  <a:t>ball</a:t>
                </a:r>
                <a:r>
                  <a:rPr lang="ko-KR" altLang="ko-KR" dirty="0">
                    <a:latin typeface="Cambria" panose="02040503050406030204" pitchFamily="18" charset="0"/>
                  </a:rPr>
                  <a:t>,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objective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/>
                        </m:ctrlPr>
                      </m:sSupPr>
                      <m:e>
                        <m:r>
                          <a:rPr lang="ko-KR" altLang="en-US" i="1"/>
                          <m:t>𝛿</m:t>
                        </m:r>
                      </m:e>
                      <m:sup>
                        <m:r>
                          <a:rPr lang="ko-KR" altLang="en-US" i="1"/>
                          <m:t>𝑇</m:t>
                        </m:r>
                      </m:sup>
                    </m:sSup>
                    <m:r>
                      <a:rPr lang="ko-KR" altLang="en-US" i="1"/>
                      <m:t>𝜃</m:t>
                    </m:r>
                    <m:r>
                      <a:rPr lang="en-US" altLang="ko-KR"/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ko-KR" altLang="en-US" i="1"/>
                        </m:ctrlPr>
                      </m:naryPr>
                      <m:sub>
                        <m:r>
                          <a:rPr lang="ko-KR" altLang="en-US" i="1"/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ko-KR" altLang="en-US" i="1"/>
                            </m:ctrlPr>
                          </m:sSubPr>
                          <m:e>
                            <m:r>
                              <a:rPr lang="ko-KR" altLang="en-US" i="1"/>
                              <m:t>𝛿</m:t>
                            </m:r>
                          </m:e>
                          <m:sub>
                            <m:r>
                              <a:rPr lang="ko-KR" altLang="en-US" i="1"/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ko-KR" altLang="en-US" i="1"/>
                        </m:ctrlPr>
                      </m:sSubPr>
                      <m:e>
                        <m:r>
                          <a:rPr lang="ko-KR" altLang="en-US" i="1"/>
                          <m:t>𝜃</m:t>
                        </m:r>
                      </m:e>
                      <m:sub>
                        <m:r>
                          <a:rPr lang="ko-KR" altLang="en-US" i="1"/>
                          <m:t>𝑖</m:t>
                        </m:r>
                      </m:sub>
                    </m:sSub>
                  </m:oMath>
                </a14:m>
                <a:r>
                  <a:rPr lang="en-US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decouples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across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coordinates</a:t>
                </a:r>
                <a:r>
                  <a:rPr lang="ko-KR" altLang="ko-KR" dirty="0">
                    <a:latin typeface="Cambria" panose="02040503050406030204" pitchFamily="18" charset="0"/>
                  </a:rPr>
                  <a:t>,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so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each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term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can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be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minimized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independently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en-US" altLang="ko-KR" dirty="0">
                    <a:latin typeface="Cambria" panose="02040503050406030204" pitchFamily="18" charset="0"/>
                  </a:rPr>
                  <a:t>-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yielding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/>
                        </m:ctrlPr>
                      </m:sSupPr>
                      <m:e>
                        <m:r>
                          <a:rPr lang="ko-KR" altLang="en-US" i="1"/>
                          <m:t>𝛿</m:t>
                        </m:r>
                      </m:e>
                      <m:sup>
                        <m:r>
                          <a:rPr lang="ko-KR" altLang="en-US"/>
                          <m:t>∗</m:t>
                        </m:r>
                      </m:sup>
                    </m:sSup>
                    <m:r>
                      <a:rPr lang="en-US" altLang="ko-KR"/>
                      <m:t>=−</m:t>
                    </m:r>
                    <m:r>
                      <a:rPr lang="ko-KR" altLang="en-US" i="1"/>
                      <m:t>𝜖</m:t>
                    </m:r>
                    <m:r>
                      <a:rPr lang="ko-KR" altLang="en-US"/>
                      <m:t>⋅</m:t>
                    </m:r>
                    <m:r>
                      <m:rPr>
                        <m:nor/>
                      </m:rPr>
                      <a:rPr lang="en-US" altLang="ko-KR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ko-KR" altLang="en-US" i="1"/>
                        </m:ctrlPr>
                      </m:dPr>
                      <m:e>
                        <m:r>
                          <a:rPr lang="ko-KR" altLang="en-US" i="1"/>
                          <m:t>𝜃</m:t>
                        </m:r>
                      </m:e>
                    </m:d>
                  </m:oMath>
                </a14:m>
                <a:endParaRPr lang="ko-KR" altLang="en-US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53F4F2-8C91-3193-8CF8-859041559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16" y="1435382"/>
                <a:ext cx="11169447" cy="652294"/>
              </a:xfrm>
              <a:prstGeom prst="rect">
                <a:avLst/>
              </a:prstGeom>
              <a:blipFill>
                <a:blip r:embed="rId5"/>
                <a:stretch>
                  <a:fillRect l="-382" t="-66355" b="-635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 descr="\documentclass{article}&#10;\usepackage{amsmath}&#10;\usepackage{amssymb}&#10;\pagestyle{empty}&#10;\begin{document}&#10;$$\text{Assume } \Delta \text{ is an } \ell_\infty \text{ ball:} \qquad \delta\in\Delta_\epsilon \;\Longrightarrow\; \forall i,\; -\epsilon \le \delta_i \le \epsilon$$&#10;\end{document}" title="IguanaTex Picture Display">
            <a:extLst>
              <a:ext uri="{FF2B5EF4-FFF2-40B4-BE49-F238E27FC236}">
                <a16:creationId xmlns:a16="http://schemas.microsoft.com/office/drawing/2014/main" id="{E97B97DC-051D-579B-BEEA-CA8C71197DC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09" y="3198905"/>
            <a:ext cx="6323809" cy="230095"/>
          </a:xfrm>
          <a:prstGeom prst="rect">
            <a:avLst/>
          </a:prstGeom>
        </p:spPr>
      </p:pic>
      <p:pic>
        <p:nvPicPr>
          <p:cNvPr id="20" name="그림 19" descr="\documentclass{article}&#10;\usepackage{amsmath}&#10;\usepackage{amssymb}&#10;\pagestyle{empty}&#10;\begin{document}&#10;$$\min_{\delta\in\Delta}\ \delta^T\theta\cdot y \;=\; \min_{\delta\in\Delta}\sum_{i=1}^{d}\delta_i\theta_i\cdot y \quad\longrightarrow\quad \delta^* \;=\; -y\epsilon\cdot\text{sign}(\theta)$$&#10;\end{document}" title="IguanaTex Picture Display">
            <a:extLst>
              <a:ext uri="{FF2B5EF4-FFF2-40B4-BE49-F238E27FC236}">
                <a16:creationId xmlns:a16="http://schemas.microsoft.com/office/drawing/2014/main" id="{434AB1FC-5C46-A786-D950-3777BAFD4D1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09" y="3761136"/>
            <a:ext cx="6447238" cy="73904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E848E9-5596-7070-AB06-57A0F23DFF7C}"/>
              </a:ext>
            </a:extLst>
          </p:cNvPr>
          <p:cNvSpPr/>
          <p:nvPr/>
        </p:nvSpPr>
        <p:spPr>
          <a:xfrm>
            <a:off x="4873446" y="3869628"/>
            <a:ext cx="2218233" cy="522063"/>
          </a:xfrm>
          <a:prstGeom prst="rect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265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C04A-B5D0-E06D-E0C2-33324337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B7BE93F-DFA2-E13A-1F0D-D6B3FD4A588F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50E40-90A0-6394-BDAF-907F38D1B3CD}"/>
              </a:ext>
            </a:extLst>
          </p:cNvPr>
          <p:cNvSpPr txBox="1"/>
          <p:nvPr/>
        </p:nvSpPr>
        <p:spPr>
          <a:xfrm>
            <a:off x="559809" y="425375"/>
            <a:ext cx="532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Cambria" panose="02040503050406030204" pitchFamily="18" charset="0"/>
              </a:rPr>
              <a:t>Binary Linear Classifiers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p:pic>
        <p:nvPicPr>
          <p:cNvPr id="15" name="그림 14" descr="\documentclass{article}&#10;\usepackage{amsmath}&#10;\usepackage{amssymb}&#10;\pagestyle{empty}&#10;\begin{document}&#10;$$\max_{\delta\in\Delta} L(x+\delta,y,\theta) = L\big(y\theta^T(x+\delta^*)\big) = L\big(y\theta^Tx+y\theta^T\delta^*\big)$$&#10;\end{document}" title="IguanaTex Picture Display">
            <a:extLst>
              <a:ext uri="{FF2B5EF4-FFF2-40B4-BE49-F238E27FC236}">
                <a16:creationId xmlns:a16="http://schemas.microsoft.com/office/drawing/2014/main" id="{9B24280A-B199-DCB9-B9C6-F1B9FAF587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09" y="1767840"/>
            <a:ext cx="6200381" cy="403809"/>
          </a:xfrm>
          <a:prstGeom prst="rect">
            <a:avLst/>
          </a:prstGeom>
        </p:spPr>
      </p:pic>
      <p:pic>
        <p:nvPicPr>
          <p:cNvPr id="17" name="그림 16" descr="\documentclass{article}&#10;\usepackage{amsmath}&#10;\usepackage{amssymb}&#10;\pagestyle{empty}&#10;\begin{document}&#10;$$\delta^* = -\epsilon\cdot y\cdot\text{sign}(\theta) \;\;\Longrightarrow\;\; y\theta^T\delta^* = y\theta^T\big(-\epsilon\cdot y\cdot\text{sign}(\theta)\big) = -\epsilon\cdot(y\cdot y)\cdot\big(\theta^T\text{sign}(\theta)\big)$$&#10;\end{document}" title="IguanaTex Picture Display">
            <a:extLst>
              <a:ext uri="{FF2B5EF4-FFF2-40B4-BE49-F238E27FC236}">
                <a16:creationId xmlns:a16="http://schemas.microsoft.com/office/drawing/2014/main" id="{634D1D69-0857-491B-6628-8E825D5B8E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09" y="2553878"/>
            <a:ext cx="8679619" cy="313905"/>
          </a:xfrm>
          <a:prstGeom prst="rect">
            <a:avLst/>
          </a:prstGeom>
        </p:spPr>
      </p:pic>
      <p:pic>
        <p:nvPicPr>
          <p:cNvPr id="19" name="그림 18" descr="\documentclass{article}&#10;\usepackage{amsmath}&#10;\usepackage{amssymb}&#10;\pagestyle{empty}&#10;\begin{document}&#10;$$= -\epsilon\|\theta\|_1$$&#10;\end{document}" title="IguanaTex Picture Display">
            <a:extLst>
              <a:ext uri="{FF2B5EF4-FFF2-40B4-BE49-F238E27FC236}">
                <a16:creationId xmlns:a16="http://schemas.microsoft.com/office/drawing/2014/main" id="{055A54CD-D48A-E847-94FA-A664D7A9D93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280" y="3122774"/>
            <a:ext cx="1016381" cy="254476"/>
          </a:xfrm>
          <a:prstGeom prst="rect">
            <a:avLst/>
          </a:prstGeom>
        </p:spPr>
      </p:pic>
      <p:pic>
        <p:nvPicPr>
          <p:cNvPr id="23" name="그림 22" descr="\documentclass{article}&#10;\usepackage{amsmath}&#10;\usepackage{amssymb}&#10;\pagestyle{empty}&#10;\begin{document}&#10;$$L\big(y\theta^Tx\;-\;\underbrace{\epsilon\|\theta\|_1}_{\text{regularizer}}\big)$$&#10;\end{document}" title="IguanaTex Picture Display">
            <a:extLst>
              <a:ext uri="{FF2B5EF4-FFF2-40B4-BE49-F238E27FC236}">
                <a16:creationId xmlns:a16="http://schemas.microsoft.com/office/drawing/2014/main" id="{5C8366AD-2DAD-5714-D6D4-890F283C76E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523" y="4856479"/>
            <a:ext cx="2346667" cy="6720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647EEF6-290D-2E4F-D7B6-231A281BC1B2}"/>
              </a:ext>
            </a:extLst>
          </p:cNvPr>
          <p:cNvSpPr/>
          <p:nvPr/>
        </p:nvSpPr>
        <p:spPr>
          <a:xfrm>
            <a:off x="4267200" y="4670416"/>
            <a:ext cx="2661920" cy="988704"/>
          </a:xfrm>
          <a:prstGeom prst="rect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59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8AAED-CAEF-DEA7-11F1-F4B8CF70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F71B20-8954-D9D4-7FD0-CE3663AD0FCE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2DE6D-730F-C52F-3F19-F3E9775DAF4E}"/>
              </a:ext>
            </a:extLst>
          </p:cNvPr>
          <p:cNvSpPr txBox="1"/>
          <p:nvPr/>
        </p:nvSpPr>
        <p:spPr>
          <a:xfrm>
            <a:off x="559809" y="425375"/>
            <a:ext cx="532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Cambria" panose="02040503050406030204" pitchFamily="18" charset="0"/>
              </a:rPr>
              <a:t>Binary Linear Classifiers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p:pic>
        <p:nvPicPr>
          <p:cNvPr id="15" name="그림 14" descr="\documentclass{article}&#10;\usepackage{amsmath}&#10;\usepackage{amssymb}&#10;\pagestyle{empty}&#10;\begin{document}&#10;$$\max_{\delta\in\Delta} L(x+\delta,y,\theta) = L\big(y\theta^T(x+\delta^*)\big) = L\big(y\theta^Tx+y\theta^T\delta^*\big)$$&#10;\end{document}" title="IguanaTex Picture Display">
            <a:extLst>
              <a:ext uri="{FF2B5EF4-FFF2-40B4-BE49-F238E27FC236}">
                <a16:creationId xmlns:a16="http://schemas.microsoft.com/office/drawing/2014/main" id="{A952ECA8-C0E0-5EBA-5FDB-42C3EB6AF0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09" y="1767840"/>
            <a:ext cx="6200381" cy="403809"/>
          </a:xfrm>
          <a:prstGeom prst="rect">
            <a:avLst/>
          </a:prstGeom>
        </p:spPr>
      </p:pic>
      <p:pic>
        <p:nvPicPr>
          <p:cNvPr id="17" name="그림 16" descr="\documentclass{article}&#10;\usepackage{amsmath}&#10;\usepackage{amssymb}&#10;\pagestyle{empty}&#10;\begin{document}&#10;$$\delta^* = -\epsilon\cdot y\cdot\text{sign}(\theta) \;\;\Longrightarrow\;\; y\theta^T\delta^* = y\theta^T\big(-\epsilon\cdot y\cdot\text{sign}(\theta)\big) = -\epsilon\cdot(y\cdot y)\cdot\big(\theta^T\text{sign}(\theta)\big)$$&#10;\end{document}" title="IguanaTex Picture Display">
            <a:extLst>
              <a:ext uri="{FF2B5EF4-FFF2-40B4-BE49-F238E27FC236}">
                <a16:creationId xmlns:a16="http://schemas.microsoft.com/office/drawing/2014/main" id="{E1F65742-6BC6-AC89-630B-0F03689B628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09" y="2553878"/>
            <a:ext cx="8679619" cy="313905"/>
          </a:xfrm>
          <a:prstGeom prst="rect">
            <a:avLst/>
          </a:prstGeom>
        </p:spPr>
      </p:pic>
      <p:pic>
        <p:nvPicPr>
          <p:cNvPr id="19" name="그림 18" descr="\documentclass{article}&#10;\usepackage{amsmath}&#10;\usepackage{amssymb}&#10;\pagestyle{empty}&#10;\begin{document}&#10;$$= -\epsilon\|\theta\|_1$$&#10;\end{document}" title="IguanaTex Picture Display">
            <a:extLst>
              <a:ext uri="{FF2B5EF4-FFF2-40B4-BE49-F238E27FC236}">
                <a16:creationId xmlns:a16="http://schemas.microsoft.com/office/drawing/2014/main" id="{504C933C-50AF-2343-1727-A170B39064D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280" y="3122774"/>
            <a:ext cx="1016381" cy="254476"/>
          </a:xfrm>
          <a:prstGeom prst="rect">
            <a:avLst/>
          </a:prstGeom>
        </p:spPr>
      </p:pic>
      <p:pic>
        <p:nvPicPr>
          <p:cNvPr id="23" name="그림 22" descr="\documentclass{article}&#10;\usepackage{amsmath}&#10;\usepackage{amssymb}&#10;\pagestyle{empty}&#10;\begin{document}&#10;$$L\big(y\theta^Tx\;-\;\underbrace{\epsilon\|\theta\|_1}_{\text{regularizer}}\big)$$&#10;\end{document}" title="IguanaTex Picture Display">
            <a:extLst>
              <a:ext uri="{FF2B5EF4-FFF2-40B4-BE49-F238E27FC236}">
                <a16:creationId xmlns:a16="http://schemas.microsoft.com/office/drawing/2014/main" id="{3A920D49-DEF5-E452-89BD-86344CE8C9E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523" y="4856479"/>
            <a:ext cx="2346667" cy="6720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81F6E0E6-7D7B-6E1F-57AA-9EB3307DDC07}"/>
              </a:ext>
            </a:extLst>
          </p:cNvPr>
          <p:cNvSpPr/>
          <p:nvPr/>
        </p:nvSpPr>
        <p:spPr>
          <a:xfrm>
            <a:off x="4267200" y="4670416"/>
            <a:ext cx="2661920" cy="988704"/>
          </a:xfrm>
          <a:prstGeom prst="rect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71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6A65C-9F92-063C-E07C-4028C836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0E5CBC1-6193-17F1-6653-ED0E451A95C7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C41D8-61C5-4202-A2C4-6FF439F01A72}"/>
              </a:ext>
            </a:extLst>
          </p:cNvPr>
          <p:cNvSpPr txBox="1"/>
          <p:nvPr/>
        </p:nvSpPr>
        <p:spPr>
          <a:xfrm>
            <a:off x="559809" y="425375"/>
            <a:ext cx="532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Cambria" panose="02040503050406030204" pitchFamily="18" charset="0"/>
              </a:rPr>
              <a:t>Deep Networks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446015-7A3A-B5A9-D15E-1004BDD3B494}"/>
                  </a:ext>
                </a:extLst>
              </p:cNvPr>
              <p:cNvSpPr txBox="1"/>
              <p:nvPr/>
            </p:nvSpPr>
            <p:spPr>
              <a:xfrm>
                <a:off x="337127" y="2613392"/>
                <a:ext cx="9113059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2000" dirty="0">
                    <a:latin typeface="Cambria" panose="02040503050406030204" pitchFamily="18" charset="0"/>
                  </a:rPr>
                  <a:t>Inner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optimization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non-convex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;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so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difficult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solve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in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principle</a:t>
                </a:r>
                <a:endParaRPr lang="en-US" altLang="ko-KR" sz="2000" dirty="0">
                  <a:latin typeface="Cambria" panose="02040503050406030204" pitchFamily="18" charset="0"/>
                </a:endParaRPr>
              </a:p>
              <a:p>
                <a:endParaRPr lang="en-US" altLang="ko-K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2000" dirty="0" err="1">
                    <a:latin typeface="Cambria" panose="02040503050406030204" pitchFamily="18" charset="0"/>
                  </a:rPr>
                  <a:t>But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deep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learning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training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itself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not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convex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!</a:t>
                </a:r>
                <a:endParaRPr lang="en-US" altLang="ko-KR" sz="2000" dirty="0">
                  <a:latin typeface="Cambria" panose="02040503050406030204" pitchFamily="18" charset="0"/>
                </a:endParaRPr>
              </a:p>
              <a:p>
                <a:endParaRPr lang="en-US" altLang="ko-K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2000" dirty="0" err="1">
                    <a:latin typeface="Cambria" panose="02040503050406030204" pitchFamily="18" charset="0"/>
                  </a:rPr>
                  <a:t>Idea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: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apply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same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techniques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sz="2000" dirty="0" err="1">
                    <a:latin typeface="Cambria" panose="02040503050406030204" pitchFamily="18" charset="0"/>
                  </a:rPr>
                  <a:t>Gradient-based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techniques</a:t>
                </a:r>
                <a:endParaRPr lang="ko-KR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446015-7A3A-B5A9-D15E-1004BDD3B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27" y="2613392"/>
                <a:ext cx="9113059" cy="1631216"/>
              </a:xfrm>
              <a:prstGeom prst="rect">
                <a:avLst/>
              </a:prstGeom>
              <a:blipFill>
                <a:blip r:embed="rId3"/>
                <a:stretch>
                  <a:fillRect l="-602" t="-2247" b="-59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97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A0AE8-6529-ACED-1DC8-FDEC6301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F487820-6AF6-73FF-7C79-CE7688793E03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3E6E7-2AD7-B1E8-F0E6-CFF0687A3D68}"/>
              </a:ext>
            </a:extLst>
          </p:cNvPr>
          <p:cNvSpPr txBox="1"/>
          <p:nvPr/>
        </p:nvSpPr>
        <p:spPr>
          <a:xfrm>
            <a:off x="559809" y="425375"/>
            <a:ext cx="609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600" dirty="0" err="1">
                <a:latin typeface="Cambria" panose="02040503050406030204" pitchFamily="18" charset="0"/>
              </a:rPr>
              <a:t>Fast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r>
              <a:rPr lang="ko-KR" altLang="ko-KR" sz="3600" dirty="0" err="1">
                <a:latin typeface="Cambria" panose="02040503050406030204" pitchFamily="18" charset="0"/>
              </a:rPr>
              <a:t>Gradient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r>
              <a:rPr lang="ko-KR" altLang="ko-KR" sz="3600" dirty="0" err="1">
                <a:latin typeface="Cambria" panose="02040503050406030204" pitchFamily="18" charset="0"/>
              </a:rPr>
              <a:t>Sign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r>
              <a:rPr lang="ko-KR" altLang="ko-KR" sz="3600" dirty="0" err="1">
                <a:latin typeface="Cambria" panose="02040503050406030204" pitchFamily="18" charset="0"/>
              </a:rPr>
              <a:t>Method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EE5791-24D7-BA3E-E4A3-F5A8ABF4CAD5}"/>
                  </a:ext>
                </a:extLst>
              </p:cNvPr>
              <p:cNvSpPr txBox="1"/>
              <p:nvPr/>
            </p:nvSpPr>
            <p:spPr>
              <a:xfrm>
                <a:off x="337127" y="1648192"/>
                <a:ext cx="10046393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2000" dirty="0">
                    <a:latin typeface="Cambria" panose="02040503050406030204" pitchFamily="18" charset="0"/>
                  </a:rPr>
                  <a:t>Given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objective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/>
                          <m:t>max</m:t>
                        </m:r>
                      </m:e>
                      <m:sub>
                        <m:r>
                          <a:rPr lang="ko-KR" altLang="en-US" i="1"/>
                          <m:t>𝛿</m:t>
                        </m:r>
                        <m:r>
                          <a:rPr lang="ko-KR" altLang="en-US"/>
                          <m:t>∈</m:t>
                        </m:r>
                        <m:r>
                          <m:rPr>
                            <m:sty m:val="p"/>
                          </m:rPr>
                          <a:rPr lang="en-US" altLang="ko-KR"/>
                          <m:t>Δ</m:t>
                        </m:r>
                      </m:sub>
                    </m:sSub>
                    <m:r>
                      <a:rPr lang="ko-KR" altLang="en-US" i="1"/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ko-KR" dirty="0">
                    <a:latin typeface="Cambria" panose="02040503050406030204" pitchFamily="18" charset="0"/>
                  </a:rPr>
                  <a:t>, 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FGSM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computes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gradient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/>
                      <m:t>𝑔</m:t>
                    </m:r>
                    <m:r>
                      <a:rPr lang="en-US" altLang="ko-KR"/>
                      <m:t>=</m:t>
                    </m:r>
                    <m:sSub>
                      <m:sSubPr>
                        <m:ctrlPr>
                          <a:rPr lang="ko-KR" altLang="en-US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/>
                          <m:t>∇</m:t>
                        </m:r>
                      </m:e>
                      <m:sub>
                        <m:r>
                          <a:rPr lang="ko-KR" altLang="en-US" i="1"/>
                          <m:t>𝛿</m:t>
                        </m:r>
                      </m:sub>
                    </m:sSub>
                    <m:r>
                      <a:rPr lang="ko-KR" altLang="en-US" i="1" smtClean="0"/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and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moves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/>
                      <m:t>𝛿</m:t>
                    </m:r>
                  </m:oMath>
                </a14:m>
                <a:r>
                  <a:rPr lang="en-US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in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that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direction</a:t>
                </a:r>
                <a:endParaRPr lang="en-US" altLang="ko-KR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EE5791-24D7-BA3E-E4A3-F5A8ABF4C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27" y="1648192"/>
                <a:ext cx="10046393" cy="1323439"/>
              </a:xfrm>
              <a:prstGeom prst="rect">
                <a:avLst/>
              </a:prstGeom>
              <a:blipFill>
                <a:blip r:embed="rId8"/>
                <a:stretch>
                  <a:fillRect l="-546" t="-2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\documentclass{article}&#10;\usepackage{amsmath}&#10;\usepackage{amssymb}&#10;\pagestyle{empty}&#10;\begin{document}&#10;$$\text{obj:} \quad \max_{\delta\in\Delta}\ L(x+\delta,y,\theta), \qquad g := \nabla_\delta L(x+\delta,y;\theta)$$&#10;\end{document}" title="IguanaTex Picture Display">
            <a:extLst>
              <a:ext uri="{FF2B5EF4-FFF2-40B4-BE49-F238E27FC236}">
                <a16:creationId xmlns:a16="http://schemas.microsoft.com/office/drawing/2014/main" id="{88B675C2-8C43-187A-2C0A-D2EF687B928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787250"/>
            <a:ext cx="5595428" cy="368762"/>
          </a:xfrm>
          <a:prstGeom prst="rect">
            <a:avLst/>
          </a:prstGeom>
        </p:spPr>
      </p:pic>
      <p:pic>
        <p:nvPicPr>
          <p:cNvPr id="14" name="그림 13" descr="\documentclass{article}&#10;\usepackage{amsmath}&#10;\usepackage{amssymb}&#10;\pagestyle{empty}&#10;\begin{document}&#10;$$\delta = \alpha g \quad \text{s.t.} \quad \|\delta\|_\infty \le \epsilon$$&#10;\end{document}" title="IguanaTex Picture Display">
            <a:extLst>
              <a:ext uri="{FF2B5EF4-FFF2-40B4-BE49-F238E27FC236}">
                <a16:creationId xmlns:a16="http://schemas.microsoft.com/office/drawing/2014/main" id="{C19303A5-CB4A-105F-3289-635BBF3F34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80" y="3416547"/>
            <a:ext cx="2610286" cy="2544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CC298A-F547-472A-4D05-3799874AF860}"/>
                  </a:ext>
                </a:extLst>
              </p:cNvPr>
              <p:cNvSpPr txBox="1"/>
              <p:nvPr/>
            </p:nvSpPr>
            <p:spPr>
              <a:xfrm>
                <a:off x="415635" y="4115939"/>
                <a:ext cx="100463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dirty="0">
                    <a:latin typeface="Cambria" panose="02040503050406030204" pitchFamily="18" charset="0"/>
                  </a:rPr>
                  <a:t>The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idea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dirty="0">
                    <a:latin typeface="Cambria" panose="02040503050406030204" pitchFamily="18" charset="0"/>
                  </a:rPr>
                  <a:t> "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project</a:t>
                </a:r>
                <a:r>
                  <a:rPr lang="ko-KR" altLang="ko-KR" dirty="0">
                    <a:latin typeface="Cambria" panose="02040503050406030204" pitchFamily="18" charset="0"/>
                  </a:rPr>
                  <a:t>"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lie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within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ko-KR" altLang="ko-KR" dirty="0">
                    <a:latin typeface="Cambria" panose="02040503050406030204" pitchFamily="18" charset="0"/>
                  </a:rPr>
                  <a:t>.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If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chosen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large</a:t>
                </a:r>
                <a:r>
                  <a:rPr lang="ko-KR" altLang="ko-KR" dirty="0">
                    <a:latin typeface="Cambria" panose="02040503050406030204" pitchFamily="18" charset="0"/>
                  </a:rPr>
                  <a:t>,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clipped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result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saturates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±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dirty="0">
                    <a:latin typeface="Cambria" panose="02040503050406030204" pitchFamily="18" charset="0"/>
                  </a:rPr>
                  <a:t>on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every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coordinate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en-US" altLang="ko-KR" dirty="0">
                    <a:latin typeface="Cambria" panose="02040503050406030204" pitchFamily="18" charset="0"/>
                  </a:rPr>
                  <a:t>-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which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ko-KR" altLang="en-US" i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US" altLang="ko-KR" b="0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ko-KR" alt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ko-KR" altLang="ko-KR" dirty="0">
                    <a:latin typeface="Cambria" panose="02040503050406030204" pitchFamily="18" charset="0"/>
                  </a:rPr>
                  <a:t>.</a:t>
                </a:r>
                <a:endParaRPr lang="ko-KR" altLang="en-US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CC298A-F547-472A-4D05-3799874AF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5" y="4115939"/>
                <a:ext cx="10046393" cy="646331"/>
              </a:xfrm>
              <a:prstGeom prst="rect">
                <a:avLst/>
              </a:prstGeom>
              <a:blipFill>
                <a:blip r:embed="rId11"/>
                <a:stretch>
                  <a:fillRect l="-364" t="-5660" r="-425" b="-13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 descr="\documentclass{article}&#10;\usepackage{amsmath}&#10;\usepackage{amssymb}&#10;\pagestyle{empty}&#10;\begin{document}&#10;$$\delta = \text{clip}(\alpha g,\ [-\epsilon,\epsilon])$$&#10;\end{document}" title="IguanaTex Picture Display">
            <a:extLst>
              <a:ext uri="{FF2B5EF4-FFF2-40B4-BE49-F238E27FC236}">
                <a16:creationId xmlns:a16="http://schemas.microsoft.com/office/drawing/2014/main" id="{5501E95E-8EA5-8F7B-6296-F8904FE7D38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5079948"/>
            <a:ext cx="2157714" cy="254476"/>
          </a:xfrm>
          <a:prstGeom prst="rect">
            <a:avLst/>
          </a:prstGeom>
        </p:spPr>
      </p:pic>
      <p:pic>
        <p:nvPicPr>
          <p:cNvPr id="26" name="그림 25" descr="\documentclass{article}&#10;\usepackage{amsmath}&#10;\usepackage{amssymb}&#10;\pagestyle{empty}&#10;\begin{document}&#10;$$\text{If } \alpha \text{ is generally large:} \qquad \delta = \epsilon\cdot\text{sign}(g)$$&#10;\end{document}" title="IguanaTex Picture Display">
            <a:extLst>
              <a:ext uri="{FF2B5EF4-FFF2-40B4-BE49-F238E27FC236}">
                <a16:creationId xmlns:a16="http://schemas.microsoft.com/office/drawing/2014/main" id="{4BC0F221-278D-14CC-73E3-8BAE8A0EE6A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5687848"/>
            <a:ext cx="4417524" cy="254476"/>
          </a:xfrm>
          <a:prstGeom prst="rect">
            <a:avLst/>
          </a:prstGeom>
        </p:spPr>
      </p:pic>
      <p:pic>
        <p:nvPicPr>
          <p:cNvPr id="32" name="그림 31" descr="\documentclass{article}&#10;\usepackage{amsmath}&#10;\usepackage{amssymb}&#10;\pagestyle{empty}&#10;\begin{document}&#10;$$ = \epsilon\cdot\text{sign}\big(\nabla_\delta L(x+\delta,y;\theta)\big)$$&#10;\end{document}" title="IguanaTex Picture Display">
            <a:extLst>
              <a:ext uri="{FF2B5EF4-FFF2-40B4-BE49-F238E27FC236}">
                <a16:creationId xmlns:a16="http://schemas.microsoft.com/office/drawing/2014/main" id="{AFE8467C-8070-FE81-0D77-14309751141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23" y="5663467"/>
            <a:ext cx="2905905" cy="30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663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DBDAB-29C4-3801-4049-CFE62390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25B88AA-F153-41CB-F1B7-4F208BFF75F9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3D0FF-895B-8789-AB8A-575C510BD462}"/>
              </a:ext>
            </a:extLst>
          </p:cNvPr>
          <p:cNvSpPr txBox="1"/>
          <p:nvPr/>
        </p:nvSpPr>
        <p:spPr>
          <a:xfrm>
            <a:off x="559809" y="425375"/>
            <a:ext cx="609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600" dirty="0" err="1">
                <a:latin typeface="Cambria" panose="02040503050406030204" pitchFamily="18" charset="0"/>
              </a:rPr>
              <a:t>Projected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r>
              <a:rPr lang="ko-KR" altLang="ko-KR" sz="3600" dirty="0" err="1">
                <a:latin typeface="Cambria" panose="02040503050406030204" pitchFamily="18" charset="0"/>
              </a:rPr>
              <a:t>Gradient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r>
              <a:rPr lang="ko-KR" altLang="ko-KR" sz="3600" dirty="0" err="1">
                <a:latin typeface="Cambria" panose="02040503050406030204" pitchFamily="18" charset="0"/>
              </a:rPr>
              <a:t>Descent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8CFBB-1D52-E572-C865-DD3EC054625D}"/>
              </a:ext>
            </a:extLst>
          </p:cNvPr>
          <p:cNvSpPr txBox="1"/>
          <p:nvPr/>
        </p:nvSpPr>
        <p:spPr>
          <a:xfrm>
            <a:off x="337127" y="1648192"/>
            <a:ext cx="100463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2000" dirty="0" err="1">
                <a:latin typeface="Cambria" panose="02040503050406030204" pitchFamily="18" charset="0"/>
              </a:rPr>
              <a:t>Repeat</a:t>
            </a:r>
            <a:r>
              <a:rPr lang="ko-KR" altLang="ko-KR" sz="2000" dirty="0">
                <a:latin typeface="Cambria" panose="02040503050406030204" pitchFamily="18" charset="0"/>
              </a:rPr>
              <a:t> FGSM </a:t>
            </a:r>
            <a:r>
              <a:rPr lang="ko-KR" altLang="ko-KR" sz="2000" dirty="0" err="1">
                <a:latin typeface="Cambria" panose="02040503050406030204" pitchFamily="18" charset="0"/>
              </a:rPr>
              <a:t>iterations</a:t>
            </a:r>
            <a:r>
              <a:rPr lang="ko-KR" altLang="ko-KR" sz="2000" dirty="0">
                <a:latin typeface="Cambria" panose="02040503050406030204" pitchFamily="18" charset="0"/>
              </a:rPr>
              <a:t> </a:t>
            </a:r>
            <a:r>
              <a:rPr lang="ko-KR" altLang="ko-KR" sz="2000" dirty="0" err="1">
                <a:latin typeface="Cambria" panose="02040503050406030204" pitchFamily="18" charset="0"/>
              </a:rPr>
              <a:t>several</a:t>
            </a:r>
            <a:r>
              <a:rPr lang="ko-KR" altLang="ko-KR" sz="2000" dirty="0">
                <a:latin typeface="Cambria" panose="02040503050406030204" pitchFamily="18" charset="0"/>
              </a:rPr>
              <a:t> </a:t>
            </a:r>
            <a:r>
              <a:rPr lang="ko-KR" altLang="ko-KR" sz="2000" dirty="0" err="1">
                <a:latin typeface="Cambria" panose="02040503050406030204" pitchFamily="18" charset="0"/>
              </a:rPr>
              <a:t>times</a:t>
            </a: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2000" dirty="0" err="1">
                <a:latin typeface="Cambria" panose="02040503050406030204" pitchFamily="18" charset="0"/>
              </a:rPr>
              <a:t>Could</a:t>
            </a:r>
            <a:r>
              <a:rPr lang="ko-KR" altLang="ko-KR" sz="2000" dirty="0">
                <a:latin typeface="Cambria" panose="02040503050406030204" pitchFamily="18" charset="0"/>
              </a:rPr>
              <a:t> </a:t>
            </a:r>
            <a:r>
              <a:rPr lang="ko-KR" altLang="ko-KR" sz="2000" dirty="0" err="1">
                <a:latin typeface="Cambria" panose="02040503050406030204" pitchFamily="18" charset="0"/>
              </a:rPr>
              <a:t>also</a:t>
            </a:r>
            <a:r>
              <a:rPr lang="ko-KR" altLang="ko-KR" sz="2000" dirty="0">
                <a:latin typeface="Cambria" panose="02040503050406030204" pitchFamily="18" charset="0"/>
              </a:rPr>
              <a:t> </a:t>
            </a:r>
            <a:r>
              <a:rPr lang="ko-KR" altLang="ko-KR" sz="2000" dirty="0" err="1">
                <a:latin typeface="Cambria" panose="02040503050406030204" pitchFamily="18" charset="0"/>
              </a:rPr>
              <a:t>restart</a:t>
            </a:r>
            <a:r>
              <a:rPr lang="ko-KR" altLang="ko-KR" sz="2000" dirty="0">
                <a:latin typeface="Cambria" panose="02040503050406030204" pitchFamily="18" charset="0"/>
              </a:rPr>
              <a:t> </a:t>
            </a:r>
            <a:r>
              <a:rPr lang="ko-KR" altLang="ko-KR" sz="2000" dirty="0" err="1">
                <a:latin typeface="Cambria" panose="02040503050406030204" pitchFamily="18" charset="0"/>
              </a:rPr>
              <a:t>with</a:t>
            </a:r>
            <a:r>
              <a:rPr lang="ko-KR" altLang="ko-KR" sz="2000" dirty="0">
                <a:latin typeface="Cambria" panose="02040503050406030204" pitchFamily="18" charset="0"/>
              </a:rPr>
              <a:t> </a:t>
            </a:r>
            <a:r>
              <a:rPr lang="ko-KR" altLang="ko-KR" sz="2000" dirty="0" err="1">
                <a:latin typeface="Cambria" panose="02040503050406030204" pitchFamily="18" charset="0"/>
              </a:rPr>
              <a:t>multiple</a:t>
            </a:r>
            <a:r>
              <a:rPr lang="ko-KR" altLang="ko-KR" sz="2000" dirty="0">
                <a:latin typeface="Cambria" panose="02040503050406030204" pitchFamily="18" charset="0"/>
              </a:rPr>
              <a:t> </a:t>
            </a:r>
            <a:r>
              <a:rPr lang="ko-KR" altLang="ko-KR" sz="2000" dirty="0" err="1">
                <a:latin typeface="Cambria" panose="02040503050406030204" pitchFamily="18" charset="0"/>
              </a:rPr>
              <a:t>random</a:t>
            </a:r>
            <a:r>
              <a:rPr lang="ko-KR" altLang="ko-KR" sz="2000" dirty="0">
                <a:latin typeface="Cambria" panose="02040503050406030204" pitchFamily="18" charset="0"/>
              </a:rPr>
              <a:t> </a:t>
            </a:r>
            <a:r>
              <a:rPr lang="ko-KR" altLang="ko-KR" sz="2000" dirty="0" err="1">
                <a:latin typeface="Cambria" panose="02040503050406030204" pitchFamily="18" charset="0"/>
              </a:rPr>
              <a:t>seeds</a:t>
            </a:r>
            <a:r>
              <a:rPr lang="ko-KR" altLang="ko-KR" sz="2000" dirty="0">
                <a:latin typeface="Cambria" panose="02040503050406030204" pitchFamily="18" charset="0"/>
              </a:rPr>
              <a:t>  </a:t>
            </a:r>
            <a:endParaRPr lang="ko-KR" altLang="en-US" sz="2000" dirty="0">
              <a:latin typeface="Cambria" panose="020405030504060302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FC575D-C15D-2376-95CD-EBF86B124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22" y="3967372"/>
            <a:ext cx="1619476" cy="15242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B0C8106-F642-0919-5F2C-AD782EEAA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967373"/>
            <a:ext cx="1648055" cy="1524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228BD4-C805-92AE-2DF3-4A32D70EE538}"/>
              </a:ext>
            </a:extLst>
          </p:cNvPr>
          <p:cNvSpPr txBox="1"/>
          <p:nvPr/>
        </p:nvSpPr>
        <p:spPr>
          <a:xfrm>
            <a:off x="2113280" y="3302000"/>
            <a:ext cx="117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FGSM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A23E3-AB58-FCA0-CDB2-0E5EA3079659}"/>
              </a:ext>
            </a:extLst>
          </p:cNvPr>
          <p:cNvSpPr txBox="1"/>
          <p:nvPr/>
        </p:nvSpPr>
        <p:spPr>
          <a:xfrm>
            <a:off x="6565495" y="3307080"/>
            <a:ext cx="117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PGD</a:t>
            </a:r>
            <a:endParaRPr lang="ko-KR" alt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66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7A68A-53CB-0430-8DD6-1A5711F6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11646CF-6966-4FD4-E078-996573408386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E1E90-20CB-9C55-8EFC-F2B2B0B51646}"/>
              </a:ext>
            </a:extLst>
          </p:cNvPr>
          <p:cNvSpPr txBox="1"/>
          <p:nvPr/>
        </p:nvSpPr>
        <p:spPr>
          <a:xfrm>
            <a:off x="559809" y="425375"/>
            <a:ext cx="609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600" dirty="0" err="1">
                <a:latin typeface="Cambria" panose="02040503050406030204" pitchFamily="18" charset="0"/>
              </a:rPr>
              <a:t>Targeted</a:t>
            </a:r>
            <a:r>
              <a:rPr lang="ko-KR" altLang="ko-KR" sz="3600" dirty="0">
                <a:latin typeface="Cambria" panose="02040503050406030204" pitchFamily="18" charset="0"/>
              </a:rPr>
              <a:t> </a:t>
            </a:r>
            <a:r>
              <a:rPr lang="ko-KR" altLang="ko-KR" sz="3600" dirty="0" err="1">
                <a:latin typeface="Cambria" panose="02040503050406030204" pitchFamily="18" charset="0"/>
              </a:rPr>
              <a:t>attacks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1EE8CD-425F-A1A4-BC9D-3AD04135801C}"/>
                  </a:ext>
                </a:extLst>
              </p:cNvPr>
              <p:cNvSpPr txBox="1"/>
              <p:nvPr/>
            </p:nvSpPr>
            <p:spPr>
              <a:xfrm>
                <a:off x="337127" y="1503812"/>
                <a:ext cx="1076775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2000" dirty="0" err="1">
                    <a:latin typeface="Cambria" panose="02040503050406030204" pitchFamily="18" charset="0"/>
                  </a:rPr>
                  <a:t>An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untargeted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attack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only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requires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model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misclassify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input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into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any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wrong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class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,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while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a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targeted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attack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pushes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model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toward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a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specific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target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label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/>
                        </m:ctrlPr>
                      </m:accPr>
                      <m:e>
                        <m:r>
                          <a:rPr lang="ko-KR" altLang="en-US" i="1"/>
                          <m:t>𝑦</m:t>
                        </m:r>
                      </m:e>
                    </m:acc>
                  </m:oMath>
                </a14:m>
                <a:r>
                  <a:rPr lang="en-US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chosen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by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20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2000" dirty="0" err="1">
                    <a:latin typeface="Cambria" panose="02040503050406030204" pitchFamily="18" charset="0"/>
                  </a:rPr>
                  <a:t>attacker</a:t>
                </a:r>
                <a:endParaRPr lang="ko-KR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1EE8CD-425F-A1A4-BC9D-3AD041358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27" y="1503812"/>
                <a:ext cx="10767753" cy="707886"/>
              </a:xfrm>
              <a:prstGeom prst="rect">
                <a:avLst/>
              </a:prstGeom>
              <a:blipFill>
                <a:blip r:embed="rId5"/>
                <a:stretch>
                  <a:fillRect l="-509" t="-5172" r="-340" b="-146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\documentclass{article}&#10;\usepackage{amsmath}&#10;\usepackage{amssymb}&#10;\pagestyle{empty}&#10;\begin{document}&#10;$$\text{Untargeted:} \qquad \max_{\delta\in\Delta}\ L(x+\delta,\, y;\, \theta)$$&#10;\end{document}" title="IguanaTex Picture Display">
            <a:extLst>
              <a:ext uri="{FF2B5EF4-FFF2-40B4-BE49-F238E27FC236}">
                <a16:creationId xmlns:a16="http://schemas.microsoft.com/office/drawing/2014/main" id="{B6DD439E-FC5D-56B8-D133-3A1075BC467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80" y="3060238"/>
            <a:ext cx="3919238" cy="368762"/>
          </a:xfrm>
          <a:prstGeom prst="rect">
            <a:avLst/>
          </a:prstGeom>
        </p:spPr>
      </p:pic>
      <p:pic>
        <p:nvPicPr>
          <p:cNvPr id="11" name="그림 10" descr="\documentclass{article}&#10;\usepackage{amsmath}&#10;\usepackage{amssymb}&#10;\pagestyle{empty}&#10;\begin{document}&#10;$$\text{Targeted:} \qquad \max_{\delta\in\Delta}\ \Big[L(x+\delta,\, y;\, \theta)\;-\;L(x+\delta,\, \tilde{y};\, \theta)\Big]$$&#10;\end{document}" title="IguanaTex Picture Display">
            <a:extLst>
              <a:ext uri="{FF2B5EF4-FFF2-40B4-BE49-F238E27FC236}">
                <a16:creationId xmlns:a16="http://schemas.microsoft.com/office/drawing/2014/main" id="{B345E009-1CE5-C7DC-B70F-C957924A748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80" y="4176970"/>
            <a:ext cx="5814857" cy="4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6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9CD56-7201-A04C-0F07-E24B47366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7C4E81C-76FC-DD02-813F-BA0D062B77CA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C6262-614C-E8FB-1024-275744E2CFB8}"/>
              </a:ext>
            </a:extLst>
          </p:cNvPr>
          <p:cNvSpPr txBox="1"/>
          <p:nvPr/>
        </p:nvSpPr>
        <p:spPr>
          <a:xfrm>
            <a:off x="559809" y="425375"/>
            <a:ext cx="609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600">
                <a:latin typeface="Cambria" panose="02040503050406030204" pitchFamily="18" charset="0"/>
              </a:rPr>
              <a:t>Black-box attacks</a:t>
            </a:r>
            <a:endParaRPr lang="ko-KR" altLang="en-US" sz="36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9FE1B8-3A82-A0DF-D824-4295BE4D09A1}"/>
                  </a:ext>
                </a:extLst>
              </p:cNvPr>
              <p:cNvSpPr txBox="1"/>
              <p:nvPr/>
            </p:nvSpPr>
            <p:spPr>
              <a:xfrm>
                <a:off x="255848" y="1442780"/>
                <a:ext cx="104481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ko-KR" dirty="0" err="1">
                    <a:latin typeface="Cambria" panose="02040503050406030204" pitchFamily="18" charset="0"/>
                  </a:rPr>
                  <a:t>Previous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algorithms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assume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access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weights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en-US" altLang="ko-KR" sz="1600" dirty="0">
                    <a:latin typeface="Cambria" panose="02040503050406030204" pitchFamily="18" charset="0"/>
                  </a:rPr>
                  <a:t>-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Called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“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white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box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”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attacks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endParaRPr lang="en-US" altLang="ko-KR" dirty="0">
                  <a:latin typeface="Cambria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ko-KR" dirty="0" err="1">
                    <a:latin typeface="Cambria" panose="02040503050406030204" pitchFamily="18" charset="0"/>
                  </a:rPr>
                  <a:t>What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if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we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do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not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have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access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model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ko-KR" altLang="ko-KR" dirty="0" err="1">
                    <a:latin typeface="Cambria" panose="02040503050406030204" pitchFamily="18" charset="0"/>
                  </a:rPr>
                  <a:t>weights</a:t>
                </a:r>
                <a:r>
                  <a:rPr lang="ko-KR" altLang="ko-KR" dirty="0">
                    <a:latin typeface="Cambria" panose="02040503050406030204" pitchFamily="18" charset="0"/>
                  </a:rPr>
                  <a:t> </a:t>
                </a:r>
                <a:r>
                  <a:rPr lang="en-US" altLang="ko-KR" sz="1600" dirty="0">
                    <a:latin typeface="Cambria" panose="02040503050406030204" pitchFamily="18" charset="0"/>
                  </a:rPr>
                  <a:t>-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We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cannot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compute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gradients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of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L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with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respect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ko-KR" altLang="en-US" sz="1600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9FE1B8-3A82-A0DF-D824-4295BE4D0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48" y="1442780"/>
                <a:ext cx="10448176" cy="646331"/>
              </a:xfrm>
              <a:prstGeom prst="rect">
                <a:avLst/>
              </a:prstGeom>
              <a:blipFill>
                <a:blip r:embed="rId3"/>
                <a:stretch>
                  <a:fillRect l="-408" t="-6604" b="-13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662C9CF-9E60-44F7-5530-51B7277B49FC}"/>
              </a:ext>
            </a:extLst>
          </p:cNvPr>
          <p:cNvSpPr txBox="1"/>
          <p:nvPr/>
        </p:nvSpPr>
        <p:spPr>
          <a:xfrm>
            <a:off x="559808" y="2692400"/>
            <a:ext cx="108498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First Idea: </a:t>
            </a:r>
            <a:r>
              <a:rPr lang="ko-KR" altLang="ko-KR" b="1" dirty="0">
                <a:latin typeface="Cambria" panose="02040503050406030204" pitchFamily="18" charset="0"/>
              </a:rPr>
              <a:t>The </a:t>
            </a:r>
            <a:r>
              <a:rPr lang="ko-KR" altLang="ko-KR" b="1" dirty="0" err="1">
                <a:latin typeface="Cambria" panose="02040503050406030204" pitchFamily="18" charset="0"/>
              </a:rPr>
              <a:t>principle</a:t>
            </a:r>
            <a:r>
              <a:rPr lang="ko-KR" altLang="ko-KR" b="1" dirty="0">
                <a:latin typeface="Cambria" panose="02040503050406030204" pitchFamily="18" charset="0"/>
              </a:rPr>
              <a:t> of </a:t>
            </a:r>
            <a:r>
              <a:rPr lang="ko-KR" altLang="ko-KR" b="1" dirty="0" err="1">
                <a:latin typeface="Cambria" panose="02040503050406030204" pitchFamily="18" charset="0"/>
              </a:rPr>
              <a:t>transfer</a:t>
            </a:r>
            <a:r>
              <a:rPr lang="ko-KR" altLang="ko-KR" b="1" dirty="0">
                <a:latin typeface="Cambria" panose="02040503050406030204" pitchFamily="18" charset="0"/>
              </a:rPr>
              <a:t>!</a:t>
            </a:r>
            <a:endParaRPr lang="en-US" altLang="ko-KR" b="1" dirty="0">
              <a:latin typeface="Cambria" panose="02040503050406030204" pitchFamily="18" charset="0"/>
            </a:endParaRPr>
          </a:p>
          <a:p>
            <a:endParaRPr lang="en-US" altLang="ko-KR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 err="1">
                <a:latin typeface="Cambria" panose="02040503050406030204" pitchFamily="18" charset="0"/>
              </a:rPr>
              <a:t>Train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a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substitute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model</a:t>
            </a:r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 err="1">
                <a:latin typeface="Cambria" panose="02040503050406030204" pitchFamily="18" charset="0"/>
              </a:rPr>
              <a:t>Attack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substitute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model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with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white-box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attacks</a:t>
            </a:r>
            <a:endParaRPr lang="en-US" altLang="ko-KR" sz="1600" dirty="0">
              <a:latin typeface="Cambria" panose="02040503050406030204" pitchFamily="18" charset="0"/>
            </a:endParaRPr>
          </a:p>
          <a:p>
            <a:endParaRPr lang="en-US" altLang="ko-KR" sz="1600" b="1" dirty="0">
              <a:latin typeface="Cambria" panose="02040503050406030204" pitchFamily="18" charset="0"/>
            </a:endParaRPr>
          </a:p>
          <a:p>
            <a:endParaRPr lang="en-US" altLang="ko-KR" sz="1600" b="1" dirty="0">
              <a:latin typeface="Cambria" panose="02040503050406030204" pitchFamily="18" charset="0"/>
            </a:endParaRPr>
          </a:p>
          <a:p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Second Idea: </a:t>
            </a:r>
            <a:r>
              <a:rPr lang="ko-KR" altLang="ko-KR" b="1" dirty="0" err="1">
                <a:latin typeface="Cambria" panose="02040503050406030204" pitchFamily="18" charset="0"/>
              </a:rPr>
              <a:t>zero-th</a:t>
            </a:r>
            <a:r>
              <a:rPr lang="ko-KR" altLang="ko-KR" b="1" dirty="0">
                <a:latin typeface="Cambria" panose="02040503050406030204" pitchFamily="18" charset="0"/>
              </a:rPr>
              <a:t> </a:t>
            </a:r>
            <a:r>
              <a:rPr lang="ko-KR" altLang="ko-KR" b="1" dirty="0" err="1">
                <a:latin typeface="Cambria" panose="02040503050406030204" pitchFamily="18" charset="0"/>
              </a:rPr>
              <a:t>order</a:t>
            </a:r>
            <a:r>
              <a:rPr lang="ko-KR" altLang="ko-KR" b="1" dirty="0">
                <a:latin typeface="Cambria" panose="02040503050406030204" pitchFamily="18" charset="0"/>
              </a:rPr>
              <a:t> </a:t>
            </a:r>
            <a:r>
              <a:rPr lang="ko-KR" altLang="ko-KR" b="1" dirty="0" err="1">
                <a:latin typeface="Cambria" panose="02040503050406030204" pitchFamily="18" charset="0"/>
              </a:rPr>
              <a:t>attacks</a:t>
            </a:r>
            <a:endParaRPr lang="en-US" altLang="ko-KR" b="1" dirty="0">
              <a:latin typeface="Cambria" panose="02040503050406030204" pitchFamily="18" charset="0"/>
            </a:endParaRPr>
          </a:p>
          <a:p>
            <a:endParaRPr lang="en-US" altLang="ko-KR" b="1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 err="1">
                <a:latin typeface="Cambria" panose="02040503050406030204" pitchFamily="18" charset="0"/>
              </a:rPr>
              <a:t>Gradient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estimation</a:t>
            </a:r>
            <a:r>
              <a:rPr lang="en-US" altLang="ko-KR" sz="1600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 err="1">
                <a:latin typeface="Cambria" panose="02040503050406030204" pitchFamily="18" charset="0"/>
              </a:rPr>
              <a:t>Some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tricks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on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reducing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number</a:t>
            </a:r>
            <a:r>
              <a:rPr lang="ko-KR" altLang="ko-KR" sz="1600" dirty="0">
                <a:latin typeface="Cambria" panose="02040503050406030204" pitchFamily="18" charset="0"/>
              </a:rPr>
              <a:t> of </a:t>
            </a:r>
            <a:r>
              <a:rPr lang="ko-KR" altLang="ko-KR" sz="1600" dirty="0" err="1">
                <a:latin typeface="Cambria" panose="02040503050406030204" pitchFamily="18" charset="0"/>
              </a:rPr>
              <a:t>function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calls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br>
              <a:rPr lang="en-US" altLang="ko-KR" sz="1600" dirty="0">
                <a:latin typeface="Cambria" panose="02040503050406030204" pitchFamily="18" charset="0"/>
              </a:rPr>
            </a:br>
            <a:r>
              <a:rPr lang="en-US" altLang="ko-KR" sz="16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Like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coordinate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ko-KR" altLang="ko-KR" sz="1600" dirty="0" err="1">
                <a:latin typeface="Cambria" panose="02040503050406030204" pitchFamily="18" charset="0"/>
              </a:rPr>
              <a:t>descent</a:t>
            </a:r>
            <a:r>
              <a:rPr lang="en-US" altLang="ko-KR" sz="1600" dirty="0">
                <a:latin typeface="Cambria" panose="02040503050406030204" pitchFamily="18" charset="0"/>
              </a:rPr>
              <a:t>, </a:t>
            </a:r>
            <a:r>
              <a:rPr lang="ko-KR" altLang="ko-KR" sz="1600" dirty="0" err="1">
                <a:latin typeface="Cambria" panose="02040503050406030204" pitchFamily="18" charset="0"/>
              </a:rPr>
              <a:t>Random</a:t>
            </a:r>
            <a:r>
              <a:rPr lang="ko-KR" altLang="ko-KR" sz="1600" dirty="0">
                <a:latin typeface="Cambria" panose="02040503050406030204" pitchFamily="18" charset="0"/>
              </a:rPr>
              <a:t> </a:t>
            </a:r>
            <a:r>
              <a:rPr lang="en-US" altLang="ko-KR" sz="1600" dirty="0">
                <a:latin typeface="Cambria" panose="02040503050406030204" pitchFamily="18" charset="0"/>
                <a:ea typeface="Cambria" panose="02040503050406030204" pitchFamily="18" charset="0"/>
              </a:rPr>
              <a:t>Vector …</a:t>
            </a:r>
            <a:endParaRPr lang="ko-KR" altLang="en-US" sz="1600" b="1" dirty="0">
              <a:latin typeface="Cambria" panose="02040503050406030204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E194A3-CFC5-5904-123B-D96726F82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835" y="4539453"/>
            <a:ext cx="3848637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34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55EE-910F-7DF6-DBA9-20A995C8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A96AB76-D47C-0437-D971-B3004A861A98}"/>
              </a:ext>
            </a:extLst>
          </p:cNvPr>
          <p:cNvSpPr/>
          <p:nvPr/>
        </p:nvSpPr>
        <p:spPr>
          <a:xfrm>
            <a:off x="337127" y="365125"/>
            <a:ext cx="78509" cy="84772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F2F04-D0ED-F7E8-DE1B-8D52B9DEC6F5}"/>
              </a:ext>
            </a:extLst>
          </p:cNvPr>
          <p:cNvSpPr txBox="1"/>
          <p:nvPr/>
        </p:nvSpPr>
        <p:spPr>
          <a:xfrm>
            <a:off x="559809" y="450434"/>
            <a:ext cx="1044817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b="1" dirty="0" err="1">
                <a:latin typeface="Cambria" panose="02040503050406030204" pitchFamily="18" charset="0"/>
              </a:rPr>
              <a:t>Practical</a:t>
            </a:r>
            <a:r>
              <a:rPr lang="ko-KR" altLang="ko-KR" sz="2400" b="1" dirty="0">
                <a:latin typeface="Cambria" panose="02040503050406030204" pitchFamily="18" charset="0"/>
              </a:rPr>
              <a:t> </a:t>
            </a:r>
            <a:r>
              <a:rPr lang="ko-KR" altLang="ko-KR" sz="2400" b="1" dirty="0" err="1">
                <a:latin typeface="Cambria" panose="02040503050406030204" pitchFamily="18" charset="0"/>
              </a:rPr>
              <a:t>black-box</a:t>
            </a:r>
            <a:r>
              <a:rPr lang="ko-KR" altLang="ko-KR" sz="2400" b="1" dirty="0">
                <a:latin typeface="Cambria" panose="02040503050406030204" pitchFamily="18" charset="0"/>
              </a:rPr>
              <a:t> </a:t>
            </a:r>
            <a:r>
              <a:rPr lang="ko-KR" altLang="ko-KR" sz="2400" b="1" dirty="0" err="1">
                <a:latin typeface="Cambria" panose="02040503050406030204" pitchFamily="18" charset="0"/>
              </a:rPr>
              <a:t>attacks</a:t>
            </a:r>
            <a:r>
              <a:rPr lang="ko-KR" altLang="ko-KR" sz="2400" b="1" dirty="0">
                <a:latin typeface="Cambria" panose="02040503050406030204" pitchFamily="18" charset="0"/>
              </a:rPr>
              <a:t> </a:t>
            </a:r>
            <a:r>
              <a:rPr lang="ko-KR" altLang="ko-KR" sz="2400" b="1" dirty="0" err="1">
                <a:latin typeface="Cambria" panose="02040503050406030204" pitchFamily="18" charset="0"/>
              </a:rPr>
              <a:t>against</a:t>
            </a:r>
            <a:r>
              <a:rPr lang="ko-KR" altLang="ko-KR" sz="2400" b="1" dirty="0">
                <a:latin typeface="Cambria" panose="02040503050406030204" pitchFamily="18" charset="0"/>
              </a:rPr>
              <a:t> </a:t>
            </a:r>
            <a:r>
              <a:rPr lang="ko-KR" altLang="ko-KR" sz="2400" b="1" dirty="0" err="1">
                <a:latin typeface="Cambria" panose="02040503050406030204" pitchFamily="18" charset="0"/>
              </a:rPr>
              <a:t>machine</a:t>
            </a:r>
            <a:r>
              <a:rPr lang="ko-KR" altLang="ko-KR" sz="2400" b="1" dirty="0">
                <a:latin typeface="Cambria" panose="02040503050406030204" pitchFamily="18" charset="0"/>
              </a:rPr>
              <a:t> </a:t>
            </a:r>
            <a:r>
              <a:rPr lang="ko-KR" altLang="ko-KR" sz="2400" b="1" dirty="0" err="1">
                <a:latin typeface="Cambria" panose="02040503050406030204" pitchFamily="18" charset="0"/>
              </a:rPr>
              <a:t>learning</a:t>
            </a:r>
            <a:endParaRPr lang="en-US" altLang="ko-KR" sz="2400" b="1" dirty="0">
              <a:latin typeface="Cambria" panose="02040503050406030204" pitchFamily="18" charset="0"/>
            </a:endParaRPr>
          </a:p>
          <a:p>
            <a:r>
              <a:rPr lang="ko-KR" altLang="ko-KR" sz="1400" dirty="0" err="1">
                <a:latin typeface="Cambria" panose="02040503050406030204" pitchFamily="18" charset="0"/>
              </a:rPr>
              <a:t>N</a:t>
            </a:r>
            <a:r>
              <a:rPr lang="ko-KR" altLang="ko-KR" sz="1400" dirty="0">
                <a:latin typeface="Cambria" panose="02040503050406030204" pitchFamily="18" charset="0"/>
              </a:rPr>
              <a:t>. </a:t>
            </a:r>
            <a:r>
              <a:rPr lang="ko-KR" altLang="ko-KR" sz="1400" dirty="0" err="1">
                <a:latin typeface="Cambria" panose="02040503050406030204" pitchFamily="18" charset="0"/>
              </a:rPr>
              <a:t>Papernot</a:t>
            </a:r>
            <a:r>
              <a:rPr lang="ko-KR" altLang="ko-KR" sz="1400" dirty="0">
                <a:latin typeface="Cambria" panose="02040503050406030204" pitchFamily="18" charset="0"/>
              </a:rPr>
              <a:t> </a:t>
            </a:r>
            <a:r>
              <a:rPr lang="en-US" altLang="ko-KR" sz="1400" dirty="0">
                <a:latin typeface="Cambria" panose="02040503050406030204" pitchFamily="18" charset="0"/>
                <a:ea typeface="Cambria" panose="02040503050406030204" pitchFamily="18" charset="0"/>
              </a:rPr>
              <a:t>et al. </a:t>
            </a:r>
            <a:r>
              <a:rPr lang="ko-KR" altLang="ko-KR" sz="1400" dirty="0" err="1">
                <a:latin typeface="Cambria" panose="02040503050406030204" pitchFamily="18" charset="0"/>
              </a:rPr>
              <a:t>In</a:t>
            </a:r>
            <a:r>
              <a:rPr lang="ko-KR" altLang="ko-KR" sz="1400" dirty="0">
                <a:latin typeface="Cambria" panose="02040503050406030204" pitchFamily="18" charset="0"/>
              </a:rPr>
              <a:t> </a:t>
            </a:r>
            <a:r>
              <a:rPr lang="ko-KR" altLang="ko-KR" sz="1400" i="1" dirty="0" err="1">
                <a:latin typeface="Cambria" panose="02040503050406030204" pitchFamily="18" charset="0"/>
              </a:rPr>
              <a:t>Proceedings</a:t>
            </a:r>
            <a:r>
              <a:rPr lang="ko-KR" altLang="ko-KR" sz="1400" i="1" dirty="0">
                <a:latin typeface="Cambria" panose="02040503050406030204" pitchFamily="18" charset="0"/>
              </a:rPr>
              <a:t> of </a:t>
            </a:r>
            <a:r>
              <a:rPr lang="ko-KR" altLang="ko-KR" sz="1400" i="1" dirty="0" err="1">
                <a:latin typeface="Cambria" panose="02040503050406030204" pitchFamily="18" charset="0"/>
              </a:rPr>
              <a:t>the</a:t>
            </a:r>
            <a:r>
              <a:rPr lang="ko-KR" altLang="ko-KR" sz="1400" i="1" dirty="0">
                <a:latin typeface="Cambria" panose="02040503050406030204" pitchFamily="18" charset="0"/>
              </a:rPr>
              <a:t> 2017 ACM </a:t>
            </a:r>
            <a:r>
              <a:rPr lang="ko-KR" altLang="ko-KR" sz="1400" i="1" dirty="0" err="1">
                <a:latin typeface="Cambria" panose="02040503050406030204" pitchFamily="18" charset="0"/>
              </a:rPr>
              <a:t>on</a:t>
            </a:r>
            <a:r>
              <a:rPr lang="ko-KR" altLang="ko-KR" sz="1400" i="1" dirty="0">
                <a:latin typeface="Cambria" panose="02040503050406030204" pitchFamily="18" charset="0"/>
              </a:rPr>
              <a:t> </a:t>
            </a:r>
            <a:r>
              <a:rPr lang="ko-KR" altLang="ko-KR" sz="1400" i="1" dirty="0" err="1">
                <a:latin typeface="Cambria" panose="02040503050406030204" pitchFamily="18" charset="0"/>
              </a:rPr>
              <a:t>Asia</a:t>
            </a:r>
            <a:r>
              <a:rPr lang="ko-KR" altLang="ko-KR" sz="1400" i="1" dirty="0">
                <a:latin typeface="Cambria" panose="02040503050406030204" pitchFamily="18" charset="0"/>
              </a:rPr>
              <a:t> </a:t>
            </a:r>
            <a:r>
              <a:rPr lang="ko-KR" altLang="ko-KR" sz="1400" i="1" dirty="0" err="1">
                <a:latin typeface="Cambria" panose="02040503050406030204" pitchFamily="18" charset="0"/>
              </a:rPr>
              <a:t>Conference</a:t>
            </a:r>
            <a:r>
              <a:rPr lang="ko-KR" altLang="ko-KR" sz="1400" i="1" dirty="0">
                <a:latin typeface="Cambria" panose="02040503050406030204" pitchFamily="18" charset="0"/>
              </a:rPr>
              <a:t> </a:t>
            </a:r>
            <a:r>
              <a:rPr lang="ko-KR" altLang="ko-KR" sz="1400" i="1" dirty="0" err="1">
                <a:latin typeface="Cambria" panose="02040503050406030204" pitchFamily="18" charset="0"/>
              </a:rPr>
              <a:t>on</a:t>
            </a:r>
            <a:r>
              <a:rPr lang="ko-KR" altLang="ko-KR" sz="1400" i="1" dirty="0">
                <a:latin typeface="Cambria" panose="02040503050406030204" pitchFamily="18" charset="0"/>
              </a:rPr>
              <a:t> Computer and Communications </a:t>
            </a:r>
            <a:r>
              <a:rPr lang="ko-KR" altLang="ko-KR" sz="1400" i="1" dirty="0" err="1">
                <a:latin typeface="Cambria" panose="02040503050406030204" pitchFamily="18" charset="0"/>
              </a:rPr>
              <a:t>Security</a:t>
            </a:r>
            <a:endParaRPr lang="en-US" altLang="ko-KR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7B9DAF-E552-368C-BDC3-18934844C0DC}"/>
                  </a:ext>
                </a:extLst>
              </p:cNvPr>
              <p:cNvSpPr txBox="1"/>
              <p:nvPr/>
            </p:nvSpPr>
            <p:spPr>
              <a:xfrm>
                <a:off x="559809" y="1495329"/>
                <a:ext cx="11307071" cy="4527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1600" b="1" dirty="0" err="1">
                    <a:latin typeface="Cambria" panose="02040503050406030204" pitchFamily="18" charset="0"/>
                  </a:rPr>
                  <a:t>Threat</a:t>
                </a:r>
                <a:r>
                  <a:rPr lang="ko-KR" altLang="ko-KR" sz="16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600" b="1" dirty="0" err="1">
                    <a:latin typeface="Cambria" panose="02040503050406030204" pitchFamily="18" charset="0"/>
                  </a:rPr>
                  <a:t>Model</a:t>
                </a:r>
                <a:br>
                  <a:rPr lang="en-US" altLang="ko-KR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altLang="ko-KR" sz="1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- Goal</a:t>
                </a: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Force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target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ML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classifier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(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oracle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400" i="1"/>
                      <m:t>𝑂</m:t>
                    </m:r>
                  </m:oMath>
                </a14:m>
                <a:r>
                  <a:rPr lang="ko-KR" altLang="ko-KR" sz="1400" dirty="0">
                    <a:latin typeface="Cambria" panose="02040503050406030204" pitchFamily="18" charset="0"/>
                  </a:rPr>
                  <a:t>)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misclassify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inputs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into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wrong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class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,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either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targeted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or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untargeted</a:t>
                </a:r>
                <a:b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:r>
                  <a:rPr lang="en-US" altLang="ko-KR" sz="1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Adversary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Knowledge</a:t>
                </a: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W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eak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adversary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with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access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oracle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output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only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" panose="02040503050406030204" pitchFamily="18" charset="0"/>
                  </a:rPr>
                  <a:t>-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no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knowledge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of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architecture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or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" panose="02040503050406030204" pitchFamily="18" charset="0"/>
                  </a:rPr>
                  <a:t>  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training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data</a:t>
                </a:r>
                <a:endParaRPr lang="en-US" altLang="ko-KR" sz="14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1600" b="1" dirty="0" err="1">
                    <a:latin typeface="Cambria" panose="02040503050406030204" pitchFamily="18" charset="0"/>
                  </a:rPr>
                  <a:t>Substitute</a:t>
                </a:r>
                <a:r>
                  <a:rPr lang="ko-KR" altLang="ko-KR" sz="16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600" b="1" dirty="0" err="1">
                    <a:latin typeface="Cambria" panose="02040503050406030204" pitchFamily="18" charset="0"/>
                  </a:rPr>
                  <a:t>Model</a:t>
                </a:r>
                <a:br>
                  <a:rPr lang="en-US" altLang="ko-KR" sz="1600" dirty="0"/>
                </a:br>
                <a:r>
                  <a:rPr lang="en-US" altLang="ko-KR" sz="1400" b="1" dirty="0"/>
                  <a:t> - 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The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adversary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trains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local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substitute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DNN (</a:t>
                </a:r>
                <a14:m>
                  <m:oMath xmlns:m="http://schemas.openxmlformats.org/officeDocument/2006/math">
                    <m:r>
                      <a:rPr lang="ko-KR" altLang="en-US" sz="1400" b="0" i="1"/>
                      <m:t>𝐹</m:t>
                    </m:r>
                  </m:oMath>
                </a14:m>
                <a:r>
                  <a:rPr lang="ko-KR" altLang="ko-KR" sz="1400" dirty="0">
                    <a:latin typeface="Cambria" panose="02040503050406030204" pitchFamily="18" charset="0"/>
                  </a:rPr>
                  <a:t>)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approximate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decision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boundary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of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oracle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ko-KR" altLang="en-US" sz="1400" i="1"/>
                      <m:t>𝑂</m:t>
                    </m:r>
                  </m:oMath>
                </a14:m>
                <a:r>
                  <a:rPr lang="ko-KR" altLang="ko-KR" sz="1400" dirty="0">
                    <a:latin typeface="Cambria" panose="02040503050406030204" pitchFamily="18" charset="0"/>
                  </a:rPr>
                  <a:t>)</a:t>
                </a:r>
                <a:b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altLang="ko-KR" sz="1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-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Prior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substitute-based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attacks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required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expensive</a:t>
                </a: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many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labeled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data</a:t>
                </a:r>
                <a:endParaRPr lang="en-US" altLang="ko-KR" sz="1400" dirty="0">
                  <a:latin typeface="Cambria" panose="02040503050406030204" pitchFamily="18" charset="0"/>
                </a:endParaRPr>
              </a:p>
              <a:p>
                <a:endParaRPr lang="en-US" altLang="ko-KR" sz="1600" b="1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1600" b="1" dirty="0" err="1">
                    <a:latin typeface="Cambria" panose="02040503050406030204" pitchFamily="18" charset="0"/>
                  </a:rPr>
                  <a:t>Substitute</a:t>
                </a:r>
                <a:r>
                  <a:rPr lang="ko-KR" altLang="ko-KR" sz="16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600" b="1" dirty="0" err="1">
                    <a:latin typeface="Cambria" panose="02040503050406030204" pitchFamily="18" charset="0"/>
                  </a:rPr>
                  <a:t>Model</a:t>
                </a:r>
                <a:r>
                  <a:rPr lang="ko-KR" altLang="ko-KR" sz="16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600" b="1" dirty="0" err="1">
                    <a:latin typeface="Cambria" panose="02040503050406030204" pitchFamily="18" charset="0"/>
                  </a:rPr>
                  <a:t>Training</a:t>
                </a:r>
                <a:r>
                  <a:rPr lang="ko-KR" altLang="ko-KR" sz="16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600" b="1" dirty="0" err="1">
                    <a:latin typeface="Cambria" panose="02040503050406030204" pitchFamily="18" charset="0"/>
                  </a:rPr>
                  <a:t>Methodology</a:t>
                </a:r>
                <a:br>
                  <a:rPr lang="en-US" altLang="ko-KR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:r>
                  <a:rPr lang="en-US" altLang="ko-KR" sz="1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Jacobian-Based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Dataset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Augmentation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: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/>
                  <a:t>Starting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from</a:t>
                </a:r>
                <a:r>
                  <a:rPr lang="ko-KR" altLang="ko-K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/>
                        </m:ctrlPr>
                      </m:sSubPr>
                      <m:e>
                        <m:r>
                          <a:rPr lang="ko-KR" altLang="en-US" sz="1400" i="1"/>
                          <m:t>𝑆</m:t>
                        </m:r>
                      </m:e>
                      <m:sub>
                        <m:r>
                          <a:rPr lang="en-US" altLang="ko-KR" sz="1400"/>
                          <m:t>0</m:t>
                        </m:r>
                      </m:sub>
                    </m:sSub>
                  </m:oMath>
                </a14:m>
                <a:r>
                  <a:rPr lang="ko-KR" altLang="ko-KR" sz="1400" dirty="0"/>
                  <a:t>, </a:t>
                </a:r>
                <a:r>
                  <a:rPr lang="ko-KR" altLang="ko-KR" sz="1400" dirty="0" err="1"/>
                  <a:t>each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iteration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perturbs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samples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along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the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substitute's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Jacobian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direction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to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expand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the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training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set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toward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the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oracle's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decision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boundary</a:t>
                </a:r>
                <a:br>
                  <a:rPr lang="en-US" altLang="ko-KR" sz="1400" dirty="0">
                    <a:latin typeface="Cambria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/>
                        </m:ctrlPr>
                      </m:sSubPr>
                      <m:e>
                        <m:r>
                          <a:rPr lang="ko-KR" altLang="en-US" sz="1400" i="1"/>
                          <m:t>𝑆</m:t>
                        </m:r>
                      </m:e>
                      <m:sub>
                        <m:r>
                          <a:rPr lang="ko-KR" altLang="en-US" sz="1400" i="1"/>
                          <m:t>𝜌</m:t>
                        </m:r>
                        <m:r>
                          <a:rPr lang="ko-KR" altLang="en-US" sz="1400"/>
                          <m:t>+1</m:t>
                        </m:r>
                      </m:sub>
                    </m:sSub>
                    <m:r>
                      <a:rPr lang="ko-KR" altLang="en-US" sz="1400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ko-KR" altLang="en-US" sz="1400" i="1"/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400" i="1"/>
                            </m:ctrlPr>
                          </m:accPr>
                          <m:e>
                            <m:r>
                              <a:rPr lang="ko-KR" altLang="en-US" sz="1400" i="1"/>
                              <m:t>𝑥</m:t>
                            </m:r>
                          </m:e>
                        </m:acc>
                        <m:r>
                          <a:rPr lang="ko-KR" altLang="en-US" sz="1400"/>
                          <m:t>+</m:t>
                        </m:r>
                        <m:r>
                          <a:rPr lang="ko-KR" altLang="en-US" sz="1400" i="1"/>
                          <m:t>𝜆</m:t>
                        </m:r>
                        <m:r>
                          <a:rPr lang="ko-KR" altLang="en-US" sz="1400"/>
                          <m:t>⋅</m:t>
                        </m:r>
                        <m:r>
                          <m:rPr>
                            <m:nor/>
                          </m:rPr>
                          <a:rPr lang="ko-KR" altLang="en-US" sz="1400"/>
                          <m:t>s</m:t>
                        </m:r>
                        <m:r>
                          <m:rPr>
                            <m:nor/>
                          </m:rPr>
                          <a:rPr lang="en-US" altLang="ko-KR" sz="1400" b="0" i="0" smtClean="0"/>
                          <m:t>i</m:t>
                        </m:r>
                        <m:r>
                          <m:rPr>
                            <m:nor/>
                          </m:rPr>
                          <a:rPr lang="ko-KR" altLang="en-US" sz="1400"/>
                          <m:t>gn</m:t>
                        </m:r>
                        <m:d>
                          <m:dPr>
                            <m:ctrlPr>
                              <a:rPr lang="ko-KR" altLang="en-US" sz="1400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ko-KR" altLang="en-US" sz="1400" i="1"/>
                                </m:ctrlPr>
                              </m:sSubPr>
                              <m:e>
                                <m:r>
                                  <a:rPr lang="ko-KR" altLang="en-US" sz="1400" i="1"/>
                                  <m:t>𝐽</m:t>
                                </m:r>
                              </m:e>
                              <m:sub>
                                <m:r>
                                  <a:rPr lang="ko-KR" altLang="en-US" sz="1400" i="1"/>
                                  <m:t>𝐹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ko-KR" altLang="en-US" sz="1400" i="1"/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sz="1400" i="1"/>
                                    </m:ctrlPr>
                                  </m:accPr>
                                  <m:e>
                                    <m:r>
                                      <a:rPr lang="ko-KR" altLang="en-US" sz="1400" i="1"/>
                                      <m:t>𝑥</m:t>
                                    </m:r>
                                  </m:e>
                                </m:acc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ko-KR" altLang="en-US" sz="1400" i="1"/>
                                </m:ctrlPr>
                              </m:dPr>
                              <m:e>
                                <m:r>
                                  <a:rPr lang="ko-KR" altLang="en-US" sz="1400" i="1"/>
                                  <m:t>𝑂</m:t>
                                </m:r>
                                <m:d>
                                  <m:dPr>
                                    <m:ctrlPr>
                                      <a:rPr lang="ko-KR" altLang="en-US" sz="1400" i="1"/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sz="1400" i="1"/>
                                        </m:ctrlPr>
                                      </m:accPr>
                                      <m:e>
                                        <m:r>
                                          <a:rPr lang="ko-KR" altLang="en-US" sz="1400" i="1"/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ko-KR" altLang="en-US" sz="1400"/>
                          <m:t>:</m:t>
                        </m:r>
                        <m:acc>
                          <m:accPr>
                            <m:chr m:val="⃗"/>
                            <m:ctrlPr>
                              <a:rPr lang="ko-KR" altLang="en-US" sz="1400" i="1"/>
                            </m:ctrlPr>
                          </m:accPr>
                          <m:e>
                            <m:r>
                              <a:rPr lang="ko-KR" altLang="en-US" sz="1400" i="1"/>
                              <m:t>𝑥</m:t>
                            </m:r>
                          </m:e>
                        </m:acc>
                        <m:r>
                          <a:rPr lang="ko-KR" altLang="en-US" sz="1400"/>
                          <m:t>∈</m:t>
                        </m:r>
                        <m:sSub>
                          <m:sSubPr>
                            <m:ctrlPr>
                              <a:rPr lang="ko-KR" altLang="en-US" sz="1400" i="1"/>
                            </m:ctrlPr>
                          </m:sSubPr>
                          <m:e>
                            <m:r>
                              <a:rPr lang="ko-KR" altLang="en-US" sz="1400" i="1"/>
                              <m:t>𝑆</m:t>
                            </m:r>
                          </m:e>
                          <m:sub>
                            <m:r>
                              <a:rPr lang="ko-KR" altLang="en-US" sz="1400" i="1"/>
                              <m:t>𝜌</m:t>
                            </m:r>
                          </m:sub>
                        </m:sSub>
                      </m:e>
                    </m:d>
                    <m:r>
                      <a:rPr lang="ko-KR" altLang="en-US" sz="1400"/>
                      <m:t>∪</m:t>
                    </m:r>
                    <m:sSub>
                      <m:sSubPr>
                        <m:ctrlPr>
                          <a:rPr lang="ko-KR" altLang="en-US" sz="1400" i="1"/>
                        </m:ctrlPr>
                      </m:sSubPr>
                      <m:e>
                        <m:r>
                          <a:rPr lang="ko-KR" altLang="en-US" sz="1400" i="1"/>
                          <m:t>𝑆</m:t>
                        </m:r>
                      </m:e>
                      <m:sub>
                        <m:r>
                          <a:rPr lang="ko-KR" altLang="en-US" sz="1400" i="1"/>
                          <m:t>𝜌</m:t>
                        </m:r>
                      </m:sub>
                    </m:sSub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1600" b="1" dirty="0" err="1">
                    <a:latin typeface="Cambria" panose="02040503050406030204" pitchFamily="18" charset="0"/>
                  </a:rPr>
                  <a:t>Adversarial</a:t>
                </a:r>
                <a:r>
                  <a:rPr lang="ko-KR" altLang="ko-KR" sz="16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600" b="1" dirty="0" err="1">
                    <a:latin typeface="Cambria" panose="02040503050406030204" pitchFamily="18" charset="0"/>
                  </a:rPr>
                  <a:t>Example</a:t>
                </a:r>
                <a:r>
                  <a:rPr lang="ko-KR" altLang="ko-KR" sz="16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600" b="1" dirty="0" err="1">
                    <a:latin typeface="Cambria" panose="02040503050406030204" pitchFamily="18" charset="0"/>
                  </a:rPr>
                  <a:t>Generation</a:t>
                </a:r>
                <a:br>
                  <a:rPr lang="en-US" altLang="ko-KR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:r>
                  <a:rPr lang="en-US" altLang="ko-KR" sz="1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Fast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Gradient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Sign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b="1" dirty="0" err="1">
                    <a:latin typeface="Cambria" panose="02040503050406030204" pitchFamily="18" charset="0"/>
                  </a:rPr>
                  <a:t>Method</a:t>
                </a: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Adds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small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signed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perturbation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proportional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to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gradient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of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the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loss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function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400" i="1"/>
                      <m:t>𝑐</m:t>
                    </m:r>
                    <m:d>
                      <m:dPr>
                        <m:ctrlPr>
                          <a:rPr lang="ko-KR" altLang="en-US" sz="1400" i="1"/>
                        </m:ctrlPr>
                      </m:dPr>
                      <m:e>
                        <m:r>
                          <a:rPr lang="ko-KR" altLang="en-US" sz="1400" i="1"/>
                          <m:t>𝐹</m:t>
                        </m:r>
                        <m:r>
                          <a:rPr lang="ko-KR" altLang="en-US" sz="1400"/>
                          <m:t>,</m:t>
                        </m:r>
                        <m:acc>
                          <m:accPr>
                            <m:chr m:val="⃗"/>
                            <m:ctrlPr>
                              <a:rPr lang="ko-KR" altLang="en-US" sz="1400" i="1"/>
                            </m:ctrlPr>
                          </m:accPr>
                          <m:e>
                            <m:r>
                              <a:rPr lang="ko-KR" altLang="en-US" sz="1400" i="1"/>
                              <m:t>𝑥</m:t>
                            </m:r>
                          </m:e>
                        </m:acc>
                        <m:r>
                          <a:rPr lang="ko-KR" altLang="en-US" sz="1400"/>
                          <m:t>,</m:t>
                        </m:r>
                        <m:r>
                          <a:rPr lang="ko-KR" altLang="en-US" sz="1400" i="1"/>
                          <m:t>𝑦</m:t>
                        </m:r>
                      </m:e>
                    </m:d>
                  </m:oMath>
                </a14:m>
                <a:endParaRPr lang="en-US" altLang="ko-KR" sz="14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1600" b="1" dirty="0" err="1">
                    <a:latin typeface="Cambria" panose="02040503050406030204" pitchFamily="18" charset="0"/>
                  </a:rPr>
                  <a:t>Experimental</a:t>
                </a:r>
                <a:r>
                  <a:rPr lang="ko-KR" altLang="ko-KR" sz="1600" b="1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600" b="1" dirty="0" err="1">
                    <a:latin typeface="Cambria" panose="02040503050406030204" pitchFamily="18" charset="0"/>
                  </a:rPr>
                  <a:t>Results</a:t>
                </a:r>
                <a:br>
                  <a:rPr lang="en-US" altLang="ko-KR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altLang="ko-KR" sz="1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-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MetaMind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:</a:t>
                </a: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Reached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84.24%</a:t>
                </a:r>
                <a:r>
                  <a:rPr lang="en-US" altLang="ko-KR" sz="1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misclassification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rate</a:t>
                </a: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" panose="02040503050406030204" pitchFamily="18" charset="0"/>
                  </a:rPr>
                  <a:t>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MNIST</a:t>
                </a:r>
                <a:br>
                  <a:rPr lang="en-US" altLang="ko-KR" sz="1400" dirty="0">
                    <a:latin typeface="Cambria" panose="02040503050406030204" pitchFamily="18" charset="0"/>
                  </a:rPr>
                </a:br>
                <a:r>
                  <a:rPr lang="en-US" altLang="ko-K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altLang="ko-KR" sz="1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-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Amazon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Machine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Learning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&amp; Google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Cloud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Prediction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: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Achieved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96.19% 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(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Amazon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) and </a:t>
                </a:r>
                <a:r>
                  <a:rPr lang="ko-KR" altLang="ko-KR" sz="1400" b="1" dirty="0">
                    <a:latin typeface="Cambria" panose="02040503050406030204" pitchFamily="18" charset="0"/>
                  </a:rPr>
                  <a:t>88.94% 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(Google)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misclassification</a:t>
                </a:r>
                <a:r>
                  <a:rPr lang="ko-KR" altLang="ko-KR" sz="1400" dirty="0">
                    <a:latin typeface="Cambria" panose="02040503050406030204" pitchFamily="18" charset="0"/>
                  </a:rPr>
                  <a:t> </a:t>
                </a:r>
                <a:r>
                  <a:rPr lang="ko-KR" altLang="ko-KR" sz="1400" dirty="0" err="1">
                    <a:latin typeface="Cambria" panose="02040503050406030204" pitchFamily="18" charset="0"/>
                  </a:rPr>
                  <a:t>rates</a:t>
                </a:r>
                <a:endParaRPr lang="ko-KR" altLang="en-US" sz="1400" b="1" dirty="0"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7B9DAF-E552-368C-BDC3-18934844C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09" y="1495329"/>
                <a:ext cx="11307071" cy="4527843"/>
              </a:xfrm>
              <a:prstGeom prst="rect">
                <a:avLst/>
              </a:prstGeom>
              <a:blipFill>
                <a:blip r:embed="rId3"/>
                <a:stretch>
                  <a:fillRect l="-216" t="-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7151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4.9568"/>
  <p:tag name="ORIGINALWIDTH" val=" 2665.917"/>
  <p:tag name="OUTPUTTYPE" val="PNG"/>
  <p:tag name="IGUANATEXVERSION" val="162"/>
  <p:tag name="LATEXADDIN" val="\documentclass{article}&#10;\usepackage{amsmath}&#10;\usepackage{amssymb}&#10;\pagestyle{empty}&#10;\begin{document}&#10;$$\tilde{x} = x + \delta \quad \text{s.t.} \quad \delta \in \Delta$$&#10;$$x, \delta \in \mathbb{R}^d, \qquad \forall i,\; -\epsilon \le \delta_i \le \epsilon \quad \Longleftrightarrow \quad \|\delta\|_\infty \le \epsilon \;\;$$&#10;&#10;\end{document}"/>
  <p:tag name="IGUANATEXSIZE" val="20"/>
  <p:tag name="IGUANATEXCURSOR" val="32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1.4773"/>
  <p:tag name="ORIGINALWIDTH" val=" 1162.355"/>
  <p:tag name="OUTPUTTYPE" val="PNG"/>
  <p:tag name="IGUANATEXVERSION" val="162"/>
  <p:tag name="LATEXADDIN" val="\documentclass{article}&#10;\usepackage{amsmath}&#10;\usepackage{amssymb}&#10;\pagestyle{empty}&#10;\begin{document}&#10;$$\max_{\delta \in \Delta} \; \text{Loss}(x+\delta,\, y;\, \theta)$$&#10;\end{document}"/>
  <p:tag name="IGUANATEXSIZE" val="20"/>
  <p:tag name="IGUANATEXCURSOR" val="16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.4807"/>
  <p:tag name="ORIGINALWIDTH" val=" 2021.747"/>
  <p:tag name="OUTPUTTYPE" val="PNG"/>
  <p:tag name="IGUANATEXVERSION" val="162"/>
  <p:tag name="LATEXADDIN" val="\documentclass{article}&#10;\usepackage{amsmath}&#10;\usepackage{amssymb}&#10;\pagestyle{empty}&#10;\begin{document}&#10;$$\text{logistic loss} = \log\big(1+\exp(-\theta^Tx\cdot y)\big)$$&#10;\end{document}"/>
  <p:tag name="IGUANATEXSIZE" val="20"/>
  <p:tag name="IGUANATEXCURSOR" val="16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8.7251"/>
  <p:tag name="ORIGINALWIDTH" val=" 1104.612"/>
  <p:tag name="OUTPUTTYPE" val="PNG"/>
  <p:tag name="IGUANATEXVERSION" val="162"/>
  <p:tag name="LATEXADDIN" val="\documentclass{article}&#10;\usepackage{amsmath}&#10;\usepackage{amssymb}&#10;\pagestyle{empty}&#10;\begin{document}&#10;$$\max_{\delta\in\Delta} L\big(\theta^T(x+\delta)\cdot y\big)$$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.4807"/>
  <p:tag name="ORIGINALWIDTH" val=" 2021.747"/>
  <p:tag name="OUTPUTTYPE" val="PNG"/>
  <p:tag name="IGUANATEXVERSION" val="162"/>
  <p:tag name="LATEXADDIN" val="\documentclass{article}&#10;\usepackage{amsmath}&#10;\usepackage{amssymb}&#10;\pagestyle{empty}&#10;\begin{document}&#10;$$\text{logistic loss} = \log\big(1+\exp(-\theta^Tx\cdot y)\big)$$&#10;\end{document}"/>
  <p:tag name="IGUANATEXSIZE" val="20"/>
  <p:tag name="IGUANATEXCURSOR" val="16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0.9711"/>
  <p:tag name="ORIGINALWIDTH" val=" 3015.373"/>
  <p:tag name="OUTPUTTYPE" val="PNG"/>
  <p:tag name="IGUANATEXVERSION" val="162"/>
  <p:tag name="LATEXADDIN" val="\documentclass{article}&#10;\usepackage{amsmath}&#10;\usepackage{amssymb}&#10;\pagestyle{empty}&#10;\begin{document}&#10;$$L\Big(\min_{\delta\in\Delta}\big(\theta^Tx\cdot y + \delta^T\theta\cdot y\big)\Big) \;=\; L\Big(\theta^Tx\cdot y + \min_{\delta\in\Delta}\delta^T\theta\cdot y\Big)$$&#10;\end{document}"/>
  <p:tag name="IGUANATEXSIZE" val="20"/>
  <p:tag name="IGUANATEXCURSOR" val="26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8.7251"/>
  <p:tag name="ORIGINALWIDTH" val=" 1157.855"/>
  <p:tag name="OUTPUTTYPE" val="PNG"/>
  <p:tag name="IGUANATEXVERSION" val="162"/>
  <p:tag name="LATEXADDIN" val="\documentclass{article}&#10;\usepackage{amsmath}&#10;\usepackage{amssymb}&#10;\pagestyle{empty}&#10;\begin{document}&#10;$$\delta^* \;=\; \arg\min_{\delta\in\Delta}\; \delta^T\theta\cdot y$$&#10;\end{document}"/>
  <p:tag name="IGUANATEXSIZE" val="20"/>
  <p:tag name="IGUANATEXCURSOR" val="16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0.9711"/>
  <p:tag name="ORIGINALWIDTH" val=" 2494.188"/>
  <p:tag name="OUTPUTTYPE" val="PNG"/>
  <p:tag name="IGUANATEXVERSION" val="162"/>
  <p:tag name="LATEXADDIN" val="\documentclass{article}&#10;\usepackage{amsmath}&#10;\usepackage{amssymb}&#10;\pagestyle{empty}&#10;\begin{document}&#10;$$\max_{\delta\in\Delta} L\big(\theta^T(x+\delta)\cdot y\big) \;=\; L\Big(\min_{\delta\in\Delta}\theta^T(x+\delta)\cdot y\Big)$$&#10;\end{document}"/>
  <p:tag name="IGUANATEXSIZE" val="20"/>
  <p:tag name="IGUANATEXCURSOR" val="22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.2358"/>
  <p:tag name="ORIGINALWIDTH" val=" 3112.111"/>
  <p:tag name="OUTPUTTYPE" val="PNG"/>
  <p:tag name="IGUANATEXVERSION" val="162"/>
  <p:tag name="LATEXADDIN" val="\documentclass{article}&#10;\usepackage{amsmath}&#10;\usepackage{amssymb}&#10;\pagestyle{empty}&#10;\begin{document}&#10;$$\text{Assume } \Delta \text{ is an } \ell_\infty \text{ ball:} \qquad \delta\in\Delta_\epsilon \;\Longrightarrow\; \forall i,\; -\epsilon \le \delta_i \le \epsilon$$&#10;\end{document}"/>
  <p:tag name="IGUANATEXSIZE" val="20"/>
  <p:tag name="IGUANATEXCURSOR" val="26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3.7046"/>
  <p:tag name="ORIGINALWIDTH" val=" 3172.854"/>
  <p:tag name="OUTPUTTYPE" val="PNG"/>
  <p:tag name="IGUANATEXVERSION" val="162"/>
  <p:tag name="LATEXADDIN" val="\documentclass{article}&#10;\usepackage{amsmath}&#10;\usepackage{amssymb}&#10;\pagestyle{empty}&#10;\begin{document}&#10;$$\min_{\delta\in\Delta}\ \delta^T\theta\cdot y \;=\; \min_{\delta\in\Delta}\sum_{i=1}^{d}\delta_i\theta_i\cdot y \quad\longrightarrow\quad \delta^* \;=\; -y\epsilon\cdot\text{sign}(\theta)$$&#10;\end{document}"/>
  <p:tag name="IGUANATEXSIZE" val="20"/>
  <p:tag name="IGUANATEXCURSOR" val="29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8.7251"/>
  <p:tag name="ORIGINALWIDTH" val=" 3051.368"/>
  <p:tag name="OUTPUTTYPE" val="PNG"/>
  <p:tag name="IGUANATEXVERSION" val="162"/>
  <p:tag name="LATEXADDIN" val="\documentclass{article}&#10;\usepackage{amsmath}&#10;\usepackage{amssymb}&#10;\pagestyle{empty}&#10;\begin{document}&#10;$$\max_{\delta\in\Delta} L(x+\delta,y,\theta) = L\big(y\theta^T(x+\delta^*)\big) = L\big(y\theta^Tx+y\theta^T\delta^*\big)$$&#10;\end{document}"/>
  <p:tag name="IGUANATEXSIZE" val="20"/>
  <p:tag name="IGUANATEXCURSOR" val="22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.4807"/>
  <p:tag name="ORIGINALWIDTH" val=" 4271.466"/>
  <p:tag name="OUTPUTTYPE" val="PNG"/>
  <p:tag name="IGUANATEXVERSION" val="162"/>
  <p:tag name="LATEXADDIN" val="\documentclass{article}&#10;\usepackage{amsmath}&#10;\usepackage{amssymb}&#10;\pagestyle{empty}&#10;\begin{document}&#10;$$\delta^* = -\epsilon\cdot y\cdot\text{sign}(\theta) \;\;\Longrightarrow\;\; y\theta^T\delta^* = y\theta^T\big(-\epsilon\cdot y\cdot\text{sign}(\theta)\big) = -\epsilon\cdot(y\cdot y)\cdot\big(\theta^T\text{sign}(\theta)\big)$$&#10;\end{document}"/>
  <p:tag name="IGUANATEXSIZE" val="20"/>
  <p:tag name="IGUANATEXCURSOR" val="32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500.1875"/>
  <p:tag name="OUTPUTTYPE" val="PNG"/>
  <p:tag name="IGUANATEXVERSION" val="162"/>
  <p:tag name="LATEXADDIN" val="\documentclass{article}&#10;\usepackage{amsmath}&#10;\usepackage{amssymb}&#10;\pagestyle{empty}&#10;\begin{document}&#10;$$= -\epsilon\|\theta\|_1$$&#10;\end{document}"/>
  <p:tag name="IGUANATEXSIZE" val="20"/>
  <p:tag name="IGUANATEXCURSOR" val="12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30.7086"/>
  <p:tag name="ORIGINALWIDTH" val=" 1154.856"/>
  <p:tag name="OUTPUTTYPE" val="PNG"/>
  <p:tag name="IGUANATEXVERSION" val="162"/>
  <p:tag name="LATEXADDIN" val="\documentclass{article}&#10;\usepackage{amsmath}&#10;\usepackage{amssymb}&#10;\pagestyle{empty}&#10;\begin{document}&#10;$$L\big(y\theta^Tx\;-\;\underbrace{\epsilon\|\theta\|_1}_{\text{regularizer}}\big)$$&#10;\end{document}"/>
  <p:tag name="IGUANATEXSIZE" val="20"/>
  <p:tag name="IGUANATEXCURSOR" val="1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8.7251"/>
  <p:tag name="ORIGINALWIDTH" val=" 3051.368"/>
  <p:tag name="OUTPUTTYPE" val="PNG"/>
  <p:tag name="IGUANATEXVERSION" val="162"/>
  <p:tag name="LATEXADDIN" val="\documentclass{article}&#10;\usepackage{amsmath}&#10;\usepackage{amssymb}&#10;\pagestyle{empty}&#10;\begin{document}&#10;$$\max_{\delta\in\Delta} L(x+\delta,y,\theta) = L\big(y\theta^T(x+\delta^*)\big) = L\big(y\theta^Tx+y\theta^T\delta^*\big)$$&#10;\end{document}"/>
  <p:tag name="IGUANATEXSIZE" val="20"/>
  <p:tag name="IGUANATEXCURSOR" val="22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.4807"/>
  <p:tag name="ORIGINALWIDTH" val=" 4271.466"/>
  <p:tag name="OUTPUTTYPE" val="PNG"/>
  <p:tag name="IGUANATEXVERSION" val="162"/>
  <p:tag name="LATEXADDIN" val="\documentclass{article}&#10;\usepackage{amsmath}&#10;\usepackage{amssymb}&#10;\pagestyle{empty}&#10;\begin{document}&#10;$$\delta^* = -\epsilon\cdot y\cdot\text{sign}(\theta) \;\;\Longrightarrow\;\; y\theta^T\delta^* = y\theta^T\big(-\epsilon\cdot y\cdot\text{sign}(\theta)\big) = -\epsilon\cdot(y\cdot y)\cdot\big(\theta^T\text{sign}(\theta)\big)$$&#10;\end{document}"/>
  <p:tag name="IGUANATEXSIZE" val="20"/>
  <p:tag name="IGUANATEXCURSOR" val="32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500.1875"/>
  <p:tag name="OUTPUTTYPE" val="PNG"/>
  <p:tag name="IGUANATEXVERSION" val="162"/>
  <p:tag name="LATEXADDIN" val="\documentclass{article}&#10;\usepackage{amsmath}&#10;\usepackage{amssymb}&#10;\pagestyle{empty}&#10;\begin{document}&#10;$$= -\epsilon\|\theta\|_1$$&#10;\end{document}"/>
  <p:tag name="IGUANATEXSIZE" val="20"/>
  <p:tag name="IGUANATEXCURSOR" val="12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30.7086"/>
  <p:tag name="ORIGINALWIDTH" val=" 1154.856"/>
  <p:tag name="OUTPUTTYPE" val="PNG"/>
  <p:tag name="IGUANATEXVERSION" val="162"/>
  <p:tag name="LATEXADDIN" val="\documentclass{article}&#10;\usepackage{amsmath}&#10;\usepackage{amssymb}&#10;\pagestyle{empty}&#10;\begin{document}&#10;$$L\big(y\theta^Tx\;-\;\underbrace{\epsilon\|\theta\|_1}_{\text{regularizer}}\big)$$&#10;\end{document}"/>
  <p:tag name="IGUANATEXSIZE" val="20"/>
  <p:tag name="IGUANATEXCURSOR" val="1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1.4773"/>
  <p:tag name="ORIGINALWIDTH" val=" 2753.656"/>
  <p:tag name="OUTPUTTYPE" val="PNG"/>
  <p:tag name="IGUANATEXVERSION" val="162"/>
  <p:tag name="LATEXADDIN" val="\documentclass{article}&#10;\usepackage{amsmath}&#10;\usepackage{amssymb}&#10;\pagestyle{empty}&#10;\begin{document}&#10;$$\text{obj:} \quad \max_{\delta\in\Delta}\ L(x+\delta,y,\theta), \qquad g := \nabla_\delta L(x+\delta,y;\theta)$$&#10;\end{document}"/>
  <p:tag name="IGUANATEXSIZE" val="20"/>
  <p:tag name="IGUANATEXCURSOR" val="21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284.589"/>
  <p:tag name="OUTPUTTYPE" val="PNG"/>
  <p:tag name="IGUANATEXVERSION" val="162"/>
  <p:tag name="LATEXADDIN" val="\documentclass{article}&#10;\usepackage{amsmath}&#10;\usepackage{amssymb}&#10;\pagestyle{empty}&#10;\begin{document}&#10;$$\delta = \alpha g \quad \text{s.t.} \quad \|\delta\|_\infty \le \epsilon$$&#10;\end{document}"/>
  <p:tag name="IGUANATEXSIZE" val="20"/>
  <p:tag name="IGUANATEXCURSOR" val="12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061.867"/>
  <p:tag name="OUTPUTTYPE" val="PNG"/>
  <p:tag name="IGUANATEXVERSION" val="162"/>
  <p:tag name="LATEXADDIN" val="\documentclass{article}&#10;\usepackage{amsmath}&#10;\usepackage{amssymb}&#10;\pagestyle{empty}&#10;\begin{document}&#10;$$\delta = \text{clip}(\alpha g,\ [-\epsilon,\epsilon])$$&#10;\end{document}"/>
  <p:tag name="IGUANATEXSIZE" val="20"/>
  <p:tag name="IGUANATEXCURSOR" val="11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2173.978"/>
  <p:tag name="OUTPUTTYPE" val="PNG"/>
  <p:tag name="IGUANATEXVERSION" val="162"/>
  <p:tag name="LATEXADDIN" val="\documentclass{article}&#10;\usepackage{amsmath}&#10;\usepackage{amssymb}&#10;\pagestyle{empty}&#10;\begin{document}&#10;$$\text{If } \alpha \text{ is generally large:} \qquad \delta = \epsilon\cdot\text{sign}(g)$$&#10;\end{document}"/>
  <p:tag name="IGUANATEXSIZE" val="20"/>
  <p:tag name="IGUANATEXCURSOR" val="19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9.2313"/>
  <p:tag name="ORIGINALWIDTH" val=" 1430.071"/>
  <p:tag name="OUTPUTTYPE" val="PNG"/>
  <p:tag name="IGUANATEXVERSION" val="162"/>
  <p:tag name="LATEXADDIN" val="\documentclass{article}&#10;\usepackage{amsmath}&#10;\usepackage{amssymb}&#10;\pagestyle{empty}&#10;\begin{document}&#10;$$ = \epsilon\cdot\text{sign}\big(\nabla_\delta L(x+\delta,y;\theta)\big)$$&#10;\end{document}"/>
  <p:tag name="IGUANATEXSIZE" val="20"/>
  <p:tag name="IGUANATEXCURSOR" val="16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1.4773"/>
  <p:tag name="ORIGINALWIDTH" val=" 1928.759"/>
  <p:tag name="OUTPUTTYPE" val="PNG"/>
  <p:tag name="IGUANATEXVERSION" val="162"/>
  <p:tag name="LATEXADDIN" val="\documentclass{article}&#10;\usepackage{amsmath}&#10;\usepackage{amssymb}&#10;\pagestyle{empty}&#10;\begin{document}&#10;$$\text{Untargeted:} \qquad \max_{\delta\in\Delta}\ L(x+\delta,\, y;\, \theta)$$&#10;\end{document}"/>
  <p:tag name="IGUANATEXSIZE" val="20"/>
  <p:tag name="IGUANATEXCURSOR" val="18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0.9711"/>
  <p:tag name="ORIGINALWIDTH" val=" 2861.642"/>
  <p:tag name="OUTPUTTYPE" val="PNG"/>
  <p:tag name="IGUANATEXVERSION" val="162"/>
  <p:tag name="LATEXADDIN" val="\documentclass{article}&#10;\usepackage{amsmath}&#10;\usepackage{amssymb}&#10;\pagestyle{empty}&#10;\begin{document}&#10;$$\text{Targeted:} \qquad \max_{\delta\in\Delta}\ \Big[L(x+\delta,\, y;\, \theta)\;-\;L(x+\delta,\, \tilde{y};\, \theta)\Big]$$&#10;\end{document}"/>
  <p:tag name="IGUANATEXSIZE" val="20"/>
  <p:tag name="IGUANATEXCURSOR" val="22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646</Words>
  <Application>Microsoft Office PowerPoint</Application>
  <PresentationFormat>와이드스크린</PresentationFormat>
  <Paragraphs>72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Cambria</vt:lpstr>
      <vt:lpstr>Cambria Math</vt:lpstr>
      <vt:lpstr>Office 테마</vt:lpstr>
      <vt:lpstr>Adversarial attacks  with primer into optimization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선기 김</dc:creator>
  <cp:lastModifiedBy>선기 김</cp:lastModifiedBy>
  <cp:revision>1</cp:revision>
  <dcterms:created xsi:type="dcterms:W3CDTF">2026-08-12T13:53:30Z</dcterms:created>
  <dcterms:modified xsi:type="dcterms:W3CDTF">2026-08-12T19:27:11Z</dcterms:modified>
</cp:coreProperties>
</file>